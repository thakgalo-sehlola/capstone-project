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  <p:sldId id="269" r:id="rId13"/>
    <p:sldId id="267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D865A5-EB04-4004-B63D-929CAC751A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2B3DBCB-D2E0-430F-B658-4FC3394E58AF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Subscriber cancellations can affect recurring revenue and customer retention.</a:t>
          </a:r>
          <a:endParaRPr lang="en-US"/>
        </a:p>
      </dgm:t>
    </dgm:pt>
    <dgm:pt modelId="{B045C1C4-BD24-485F-8488-6B5D8EAAFC17}" type="parTrans" cxnId="{08838D25-395B-49C4-A4DC-C6032A7E3F21}">
      <dgm:prSet/>
      <dgm:spPr/>
      <dgm:t>
        <a:bodyPr/>
        <a:lstStyle/>
        <a:p>
          <a:endParaRPr lang="en-US"/>
        </a:p>
      </dgm:t>
    </dgm:pt>
    <dgm:pt modelId="{4B5CDBF9-01C4-4920-BCE6-4D3B7A18808D}" type="sibTrans" cxnId="{08838D25-395B-49C4-A4DC-C6032A7E3F21}">
      <dgm:prSet/>
      <dgm:spPr/>
      <dgm:t>
        <a:bodyPr/>
        <a:lstStyle/>
        <a:p>
          <a:endParaRPr lang="en-US"/>
        </a:p>
      </dgm:t>
    </dgm:pt>
    <dgm:pt modelId="{17C57105-000F-4718-94F6-FA00B0612CDC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Retention teams need to identify where intervention may be worthwhile.</a:t>
          </a:r>
          <a:endParaRPr lang="en-US"/>
        </a:p>
      </dgm:t>
    </dgm:pt>
    <dgm:pt modelId="{CF7F2B4C-4639-4006-904C-1BA4074DD001}" type="parTrans" cxnId="{21964161-5140-4D6D-A4E6-B74906152DAE}">
      <dgm:prSet/>
      <dgm:spPr/>
      <dgm:t>
        <a:bodyPr/>
        <a:lstStyle/>
        <a:p>
          <a:endParaRPr lang="en-US"/>
        </a:p>
      </dgm:t>
    </dgm:pt>
    <dgm:pt modelId="{8E85C9EF-B627-4EEC-8CFF-AA751A1844D6}" type="sibTrans" cxnId="{21964161-5140-4D6D-A4E6-B74906152DAE}">
      <dgm:prSet/>
      <dgm:spPr/>
      <dgm:t>
        <a:bodyPr/>
        <a:lstStyle/>
        <a:p>
          <a:endParaRPr lang="en-US"/>
        </a:p>
      </dgm:t>
    </dgm:pt>
    <dgm:pt modelId="{29F01B12-2872-49DC-9120-AEB336297F13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Predictive analytics could help prioritise subscribers for attention.</a:t>
          </a:r>
          <a:endParaRPr lang="en-US"/>
        </a:p>
      </dgm:t>
    </dgm:pt>
    <dgm:pt modelId="{75E146A9-7BDF-4E23-8FC4-0334589F78A4}" type="parTrans" cxnId="{06C03F48-0842-4FC3-88EB-1EA6EC060421}">
      <dgm:prSet/>
      <dgm:spPr/>
      <dgm:t>
        <a:bodyPr/>
        <a:lstStyle/>
        <a:p>
          <a:endParaRPr lang="en-US"/>
        </a:p>
      </dgm:t>
    </dgm:pt>
    <dgm:pt modelId="{7A549E2F-3AB6-46CC-846B-0300F33533F1}" type="sibTrans" cxnId="{06C03F48-0842-4FC3-88EB-1EA6EC060421}">
      <dgm:prSet/>
      <dgm:spPr/>
      <dgm:t>
        <a:bodyPr/>
        <a:lstStyle/>
        <a:p>
          <a:endParaRPr lang="en-US"/>
        </a:p>
      </dgm:t>
    </dgm:pt>
    <dgm:pt modelId="{CF7E74A8-B1A0-4FA0-B3C7-90A4A4670163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A model is useful only if its predictions provide sufficiently reliable information.</a:t>
          </a:r>
          <a:endParaRPr lang="en-US"/>
        </a:p>
      </dgm:t>
    </dgm:pt>
    <dgm:pt modelId="{CC0C8D99-03C0-4C4B-8558-D2A7E313117A}" type="parTrans" cxnId="{833A9024-4368-47E8-BA76-70CBD29783C4}">
      <dgm:prSet/>
      <dgm:spPr/>
      <dgm:t>
        <a:bodyPr/>
        <a:lstStyle/>
        <a:p>
          <a:endParaRPr lang="en-US"/>
        </a:p>
      </dgm:t>
    </dgm:pt>
    <dgm:pt modelId="{872AFA01-D528-4581-B582-61E02FFA3787}" type="sibTrans" cxnId="{833A9024-4368-47E8-BA76-70CBD29783C4}">
      <dgm:prSet/>
      <dgm:spPr/>
      <dgm:t>
        <a:bodyPr/>
        <a:lstStyle/>
        <a:p>
          <a:endParaRPr lang="en-US"/>
        </a:p>
      </dgm:t>
    </dgm:pt>
    <dgm:pt modelId="{E57ACDBC-452F-453C-AE87-F9848A91F37B}" type="pres">
      <dgm:prSet presAssocID="{DCD865A5-EB04-4004-B63D-929CAC751ADF}" presName="root" presStyleCnt="0">
        <dgm:presLayoutVars>
          <dgm:dir/>
          <dgm:resizeHandles val="exact"/>
        </dgm:presLayoutVars>
      </dgm:prSet>
      <dgm:spPr/>
    </dgm:pt>
    <dgm:pt modelId="{1C71CAED-07A8-482A-A2C7-F08D6694D7A2}" type="pres">
      <dgm:prSet presAssocID="{C2B3DBCB-D2E0-430F-B658-4FC3394E58AF}" presName="compNode" presStyleCnt="0"/>
      <dgm:spPr/>
    </dgm:pt>
    <dgm:pt modelId="{ABED31B1-2046-415F-9DA5-88E30A61E1EC}" type="pres">
      <dgm:prSet presAssocID="{C2B3DBCB-D2E0-430F-B658-4FC3394E58AF}" presName="bgRect" presStyleLbl="bgShp" presStyleIdx="0" presStyleCnt="4"/>
      <dgm:spPr/>
    </dgm:pt>
    <dgm:pt modelId="{95349147-570E-4A7B-BF3A-8413117DC029}" type="pres">
      <dgm:prSet presAssocID="{C2B3DBCB-D2E0-430F-B658-4FC3394E58A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51590A0D-E161-41AD-8E08-C0774A662585}" type="pres">
      <dgm:prSet presAssocID="{C2B3DBCB-D2E0-430F-B658-4FC3394E58AF}" presName="spaceRect" presStyleCnt="0"/>
      <dgm:spPr/>
    </dgm:pt>
    <dgm:pt modelId="{BBD046AF-0EFC-40F7-8F11-B6D7A674CFD8}" type="pres">
      <dgm:prSet presAssocID="{C2B3DBCB-D2E0-430F-B658-4FC3394E58AF}" presName="parTx" presStyleLbl="revTx" presStyleIdx="0" presStyleCnt="4">
        <dgm:presLayoutVars>
          <dgm:chMax val="0"/>
          <dgm:chPref val="0"/>
        </dgm:presLayoutVars>
      </dgm:prSet>
      <dgm:spPr/>
    </dgm:pt>
    <dgm:pt modelId="{A8B1254E-A858-484C-B45A-B5CB7BA47CB8}" type="pres">
      <dgm:prSet presAssocID="{4B5CDBF9-01C4-4920-BCE6-4D3B7A18808D}" presName="sibTrans" presStyleCnt="0"/>
      <dgm:spPr/>
    </dgm:pt>
    <dgm:pt modelId="{35E6629C-7603-4A49-BCE5-32E3F03A96DB}" type="pres">
      <dgm:prSet presAssocID="{17C57105-000F-4718-94F6-FA00B0612CDC}" presName="compNode" presStyleCnt="0"/>
      <dgm:spPr/>
    </dgm:pt>
    <dgm:pt modelId="{B3AF247F-94C9-40D9-AF70-6AF7C4808584}" type="pres">
      <dgm:prSet presAssocID="{17C57105-000F-4718-94F6-FA00B0612CDC}" presName="bgRect" presStyleLbl="bgShp" presStyleIdx="1" presStyleCnt="4"/>
      <dgm:spPr/>
    </dgm:pt>
    <dgm:pt modelId="{8DEB1B34-1071-4F37-863D-11093B57AEB1}" type="pres">
      <dgm:prSet presAssocID="{17C57105-000F-4718-94F6-FA00B0612CD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FD41F03C-76A9-4812-ACB4-4E7F8789A0BB}" type="pres">
      <dgm:prSet presAssocID="{17C57105-000F-4718-94F6-FA00B0612CDC}" presName="spaceRect" presStyleCnt="0"/>
      <dgm:spPr/>
    </dgm:pt>
    <dgm:pt modelId="{7217C3AA-CE90-4CDC-8DF3-71271B01DC70}" type="pres">
      <dgm:prSet presAssocID="{17C57105-000F-4718-94F6-FA00B0612CDC}" presName="parTx" presStyleLbl="revTx" presStyleIdx="1" presStyleCnt="4">
        <dgm:presLayoutVars>
          <dgm:chMax val="0"/>
          <dgm:chPref val="0"/>
        </dgm:presLayoutVars>
      </dgm:prSet>
      <dgm:spPr/>
    </dgm:pt>
    <dgm:pt modelId="{5695B0F6-7336-4B46-BFD9-D54994ED4FFC}" type="pres">
      <dgm:prSet presAssocID="{8E85C9EF-B627-4EEC-8CFF-AA751A1844D6}" presName="sibTrans" presStyleCnt="0"/>
      <dgm:spPr/>
    </dgm:pt>
    <dgm:pt modelId="{5356FDCE-1D76-43AD-AC80-219E15A5256B}" type="pres">
      <dgm:prSet presAssocID="{29F01B12-2872-49DC-9120-AEB336297F13}" presName="compNode" presStyleCnt="0"/>
      <dgm:spPr/>
    </dgm:pt>
    <dgm:pt modelId="{3B18B228-6F7B-48A7-A2F7-5A9D27EFB6A3}" type="pres">
      <dgm:prSet presAssocID="{29F01B12-2872-49DC-9120-AEB336297F13}" presName="bgRect" presStyleLbl="bgShp" presStyleIdx="2" presStyleCnt="4"/>
      <dgm:spPr/>
    </dgm:pt>
    <dgm:pt modelId="{50FEC688-2904-4E00-8146-058C40456607}" type="pres">
      <dgm:prSet presAssocID="{29F01B12-2872-49DC-9120-AEB336297F1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2010B7F-2B1D-430C-A7E0-C49FE9A00473}" type="pres">
      <dgm:prSet presAssocID="{29F01B12-2872-49DC-9120-AEB336297F13}" presName="spaceRect" presStyleCnt="0"/>
      <dgm:spPr/>
    </dgm:pt>
    <dgm:pt modelId="{C2478E2A-82E4-4068-80A6-1DB05027B669}" type="pres">
      <dgm:prSet presAssocID="{29F01B12-2872-49DC-9120-AEB336297F13}" presName="parTx" presStyleLbl="revTx" presStyleIdx="2" presStyleCnt="4">
        <dgm:presLayoutVars>
          <dgm:chMax val="0"/>
          <dgm:chPref val="0"/>
        </dgm:presLayoutVars>
      </dgm:prSet>
      <dgm:spPr/>
    </dgm:pt>
    <dgm:pt modelId="{07192AAA-5612-4346-BF6B-1E383BA74A76}" type="pres">
      <dgm:prSet presAssocID="{7A549E2F-3AB6-46CC-846B-0300F33533F1}" presName="sibTrans" presStyleCnt="0"/>
      <dgm:spPr/>
    </dgm:pt>
    <dgm:pt modelId="{3AC9AAF4-FC34-4518-81DD-C5FECF7C102D}" type="pres">
      <dgm:prSet presAssocID="{CF7E74A8-B1A0-4FA0-B3C7-90A4A4670163}" presName="compNode" presStyleCnt="0"/>
      <dgm:spPr/>
    </dgm:pt>
    <dgm:pt modelId="{A167378C-865A-4D09-823D-C16195AB3268}" type="pres">
      <dgm:prSet presAssocID="{CF7E74A8-B1A0-4FA0-B3C7-90A4A4670163}" presName="bgRect" presStyleLbl="bgShp" presStyleIdx="3" presStyleCnt="4"/>
      <dgm:spPr/>
    </dgm:pt>
    <dgm:pt modelId="{F01C7F36-C3CB-43A2-9773-BF55FFE2739D}" type="pres">
      <dgm:prSet presAssocID="{CF7E74A8-B1A0-4FA0-B3C7-90A4A467016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53B6A08-11AB-443D-9D83-93F3119533A7}" type="pres">
      <dgm:prSet presAssocID="{CF7E74A8-B1A0-4FA0-B3C7-90A4A4670163}" presName="spaceRect" presStyleCnt="0"/>
      <dgm:spPr/>
    </dgm:pt>
    <dgm:pt modelId="{3AB75B07-A336-4F92-825F-CC39939DC96A}" type="pres">
      <dgm:prSet presAssocID="{CF7E74A8-B1A0-4FA0-B3C7-90A4A467016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33A9024-4368-47E8-BA76-70CBD29783C4}" srcId="{DCD865A5-EB04-4004-B63D-929CAC751ADF}" destId="{CF7E74A8-B1A0-4FA0-B3C7-90A4A4670163}" srcOrd="3" destOrd="0" parTransId="{CC0C8D99-03C0-4C4B-8558-D2A7E313117A}" sibTransId="{872AFA01-D528-4581-B582-61E02FFA3787}"/>
    <dgm:cxn modelId="{08838D25-395B-49C4-A4DC-C6032A7E3F21}" srcId="{DCD865A5-EB04-4004-B63D-929CAC751ADF}" destId="{C2B3DBCB-D2E0-430F-B658-4FC3394E58AF}" srcOrd="0" destOrd="0" parTransId="{B045C1C4-BD24-485F-8488-6B5D8EAAFC17}" sibTransId="{4B5CDBF9-01C4-4920-BCE6-4D3B7A18808D}"/>
    <dgm:cxn modelId="{21964161-5140-4D6D-A4E6-B74906152DAE}" srcId="{DCD865A5-EB04-4004-B63D-929CAC751ADF}" destId="{17C57105-000F-4718-94F6-FA00B0612CDC}" srcOrd="1" destOrd="0" parTransId="{CF7F2B4C-4639-4006-904C-1BA4074DD001}" sibTransId="{8E85C9EF-B627-4EEC-8CFF-AA751A1844D6}"/>
    <dgm:cxn modelId="{06C03F48-0842-4FC3-88EB-1EA6EC060421}" srcId="{DCD865A5-EB04-4004-B63D-929CAC751ADF}" destId="{29F01B12-2872-49DC-9120-AEB336297F13}" srcOrd="2" destOrd="0" parTransId="{75E146A9-7BDF-4E23-8FC4-0334589F78A4}" sibTransId="{7A549E2F-3AB6-46CC-846B-0300F33533F1}"/>
    <dgm:cxn modelId="{E1960070-A1D8-4F3B-AC60-0736ACF898D0}" type="presOf" srcId="{C2B3DBCB-D2E0-430F-B658-4FC3394E58AF}" destId="{BBD046AF-0EFC-40F7-8F11-B6D7A674CFD8}" srcOrd="0" destOrd="0" presId="urn:microsoft.com/office/officeart/2018/2/layout/IconVerticalSolidList"/>
    <dgm:cxn modelId="{46FEA1A6-A55C-424B-AA1C-B76763D11599}" type="presOf" srcId="{DCD865A5-EB04-4004-B63D-929CAC751ADF}" destId="{E57ACDBC-452F-453C-AE87-F9848A91F37B}" srcOrd="0" destOrd="0" presId="urn:microsoft.com/office/officeart/2018/2/layout/IconVerticalSolidList"/>
    <dgm:cxn modelId="{3CFC94C3-FCD3-4225-89A6-D21D9269D0FC}" type="presOf" srcId="{CF7E74A8-B1A0-4FA0-B3C7-90A4A4670163}" destId="{3AB75B07-A336-4F92-825F-CC39939DC96A}" srcOrd="0" destOrd="0" presId="urn:microsoft.com/office/officeart/2018/2/layout/IconVerticalSolidList"/>
    <dgm:cxn modelId="{1B97D8DB-7F73-4147-A89B-8EB4276BF01F}" type="presOf" srcId="{17C57105-000F-4718-94F6-FA00B0612CDC}" destId="{7217C3AA-CE90-4CDC-8DF3-71271B01DC70}" srcOrd="0" destOrd="0" presId="urn:microsoft.com/office/officeart/2018/2/layout/IconVerticalSolidList"/>
    <dgm:cxn modelId="{49CCD3FF-8CF9-4702-A613-6B955770B8D1}" type="presOf" srcId="{29F01B12-2872-49DC-9120-AEB336297F13}" destId="{C2478E2A-82E4-4068-80A6-1DB05027B669}" srcOrd="0" destOrd="0" presId="urn:microsoft.com/office/officeart/2018/2/layout/IconVerticalSolidList"/>
    <dgm:cxn modelId="{E48FD01D-654A-4285-876F-E4DF4F79CC02}" type="presParOf" srcId="{E57ACDBC-452F-453C-AE87-F9848A91F37B}" destId="{1C71CAED-07A8-482A-A2C7-F08D6694D7A2}" srcOrd="0" destOrd="0" presId="urn:microsoft.com/office/officeart/2018/2/layout/IconVerticalSolidList"/>
    <dgm:cxn modelId="{8D793CAE-E1C9-448F-994D-F0C2218B591E}" type="presParOf" srcId="{1C71CAED-07A8-482A-A2C7-F08D6694D7A2}" destId="{ABED31B1-2046-415F-9DA5-88E30A61E1EC}" srcOrd="0" destOrd="0" presId="urn:microsoft.com/office/officeart/2018/2/layout/IconVerticalSolidList"/>
    <dgm:cxn modelId="{28DA9F27-657D-4BE7-BC29-03A2FE0CCB18}" type="presParOf" srcId="{1C71CAED-07A8-482A-A2C7-F08D6694D7A2}" destId="{95349147-570E-4A7B-BF3A-8413117DC029}" srcOrd="1" destOrd="0" presId="urn:microsoft.com/office/officeart/2018/2/layout/IconVerticalSolidList"/>
    <dgm:cxn modelId="{A923355A-639D-4887-AD54-30BF00D3AC30}" type="presParOf" srcId="{1C71CAED-07A8-482A-A2C7-F08D6694D7A2}" destId="{51590A0D-E161-41AD-8E08-C0774A662585}" srcOrd="2" destOrd="0" presId="urn:microsoft.com/office/officeart/2018/2/layout/IconVerticalSolidList"/>
    <dgm:cxn modelId="{2EB285FD-C233-48A2-8097-8A54D4B3A834}" type="presParOf" srcId="{1C71CAED-07A8-482A-A2C7-F08D6694D7A2}" destId="{BBD046AF-0EFC-40F7-8F11-B6D7A674CFD8}" srcOrd="3" destOrd="0" presId="urn:microsoft.com/office/officeart/2018/2/layout/IconVerticalSolidList"/>
    <dgm:cxn modelId="{7B891589-0326-4864-B6FE-80426DE07799}" type="presParOf" srcId="{E57ACDBC-452F-453C-AE87-F9848A91F37B}" destId="{A8B1254E-A858-484C-B45A-B5CB7BA47CB8}" srcOrd="1" destOrd="0" presId="urn:microsoft.com/office/officeart/2018/2/layout/IconVerticalSolidList"/>
    <dgm:cxn modelId="{BAF63CEC-B75B-4248-9691-D945456BCBC3}" type="presParOf" srcId="{E57ACDBC-452F-453C-AE87-F9848A91F37B}" destId="{35E6629C-7603-4A49-BCE5-32E3F03A96DB}" srcOrd="2" destOrd="0" presId="urn:microsoft.com/office/officeart/2018/2/layout/IconVerticalSolidList"/>
    <dgm:cxn modelId="{793C605B-F8F7-4D5B-9BED-4C0E1F52020E}" type="presParOf" srcId="{35E6629C-7603-4A49-BCE5-32E3F03A96DB}" destId="{B3AF247F-94C9-40D9-AF70-6AF7C4808584}" srcOrd="0" destOrd="0" presId="urn:microsoft.com/office/officeart/2018/2/layout/IconVerticalSolidList"/>
    <dgm:cxn modelId="{C8095C79-92EC-497D-9B9C-28A8D877E816}" type="presParOf" srcId="{35E6629C-7603-4A49-BCE5-32E3F03A96DB}" destId="{8DEB1B34-1071-4F37-863D-11093B57AEB1}" srcOrd="1" destOrd="0" presId="urn:microsoft.com/office/officeart/2018/2/layout/IconVerticalSolidList"/>
    <dgm:cxn modelId="{146A4410-8D05-4E1F-9806-F3862AC8AAAB}" type="presParOf" srcId="{35E6629C-7603-4A49-BCE5-32E3F03A96DB}" destId="{FD41F03C-76A9-4812-ACB4-4E7F8789A0BB}" srcOrd="2" destOrd="0" presId="urn:microsoft.com/office/officeart/2018/2/layout/IconVerticalSolidList"/>
    <dgm:cxn modelId="{79F24307-AC6A-406D-9929-9A32457B697A}" type="presParOf" srcId="{35E6629C-7603-4A49-BCE5-32E3F03A96DB}" destId="{7217C3AA-CE90-4CDC-8DF3-71271B01DC70}" srcOrd="3" destOrd="0" presId="urn:microsoft.com/office/officeart/2018/2/layout/IconVerticalSolidList"/>
    <dgm:cxn modelId="{DCD70B22-F879-4548-8395-98AD15D76250}" type="presParOf" srcId="{E57ACDBC-452F-453C-AE87-F9848A91F37B}" destId="{5695B0F6-7336-4B46-BFD9-D54994ED4FFC}" srcOrd="3" destOrd="0" presId="urn:microsoft.com/office/officeart/2018/2/layout/IconVerticalSolidList"/>
    <dgm:cxn modelId="{DBD131D2-DC45-46A7-B843-295E8587C942}" type="presParOf" srcId="{E57ACDBC-452F-453C-AE87-F9848A91F37B}" destId="{5356FDCE-1D76-43AD-AC80-219E15A5256B}" srcOrd="4" destOrd="0" presId="urn:microsoft.com/office/officeart/2018/2/layout/IconVerticalSolidList"/>
    <dgm:cxn modelId="{46211F7F-CBC1-4109-822D-EA0EC10BA4E8}" type="presParOf" srcId="{5356FDCE-1D76-43AD-AC80-219E15A5256B}" destId="{3B18B228-6F7B-48A7-A2F7-5A9D27EFB6A3}" srcOrd="0" destOrd="0" presId="urn:microsoft.com/office/officeart/2018/2/layout/IconVerticalSolidList"/>
    <dgm:cxn modelId="{DC2731F0-6C1C-4E31-B828-BC7BDBBE7260}" type="presParOf" srcId="{5356FDCE-1D76-43AD-AC80-219E15A5256B}" destId="{50FEC688-2904-4E00-8146-058C40456607}" srcOrd="1" destOrd="0" presId="urn:microsoft.com/office/officeart/2018/2/layout/IconVerticalSolidList"/>
    <dgm:cxn modelId="{2BEF2313-4772-434E-916D-B2F3AC0D059A}" type="presParOf" srcId="{5356FDCE-1D76-43AD-AC80-219E15A5256B}" destId="{02010B7F-2B1D-430C-A7E0-C49FE9A00473}" srcOrd="2" destOrd="0" presId="urn:microsoft.com/office/officeart/2018/2/layout/IconVerticalSolidList"/>
    <dgm:cxn modelId="{E1F858F1-ECBE-4657-9A96-7ABEB9DCCA00}" type="presParOf" srcId="{5356FDCE-1D76-43AD-AC80-219E15A5256B}" destId="{C2478E2A-82E4-4068-80A6-1DB05027B669}" srcOrd="3" destOrd="0" presId="urn:microsoft.com/office/officeart/2018/2/layout/IconVerticalSolidList"/>
    <dgm:cxn modelId="{7D0A792D-A397-4E8A-BBA8-85489B416BED}" type="presParOf" srcId="{E57ACDBC-452F-453C-AE87-F9848A91F37B}" destId="{07192AAA-5612-4346-BF6B-1E383BA74A76}" srcOrd="5" destOrd="0" presId="urn:microsoft.com/office/officeart/2018/2/layout/IconVerticalSolidList"/>
    <dgm:cxn modelId="{64399993-1B34-41E2-AE7B-AA0D6817E42E}" type="presParOf" srcId="{E57ACDBC-452F-453C-AE87-F9848A91F37B}" destId="{3AC9AAF4-FC34-4518-81DD-C5FECF7C102D}" srcOrd="6" destOrd="0" presId="urn:microsoft.com/office/officeart/2018/2/layout/IconVerticalSolidList"/>
    <dgm:cxn modelId="{CEA1FB27-1FD0-43D2-9DD1-1BC28E96915D}" type="presParOf" srcId="{3AC9AAF4-FC34-4518-81DD-C5FECF7C102D}" destId="{A167378C-865A-4D09-823D-C16195AB3268}" srcOrd="0" destOrd="0" presId="urn:microsoft.com/office/officeart/2018/2/layout/IconVerticalSolidList"/>
    <dgm:cxn modelId="{10B86844-D8C4-4E38-BF99-7F7D04D7E852}" type="presParOf" srcId="{3AC9AAF4-FC34-4518-81DD-C5FECF7C102D}" destId="{F01C7F36-C3CB-43A2-9773-BF55FFE2739D}" srcOrd="1" destOrd="0" presId="urn:microsoft.com/office/officeart/2018/2/layout/IconVerticalSolidList"/>
    <dgm:cxn modelId="{6637BB23-F4D2-4A10-BE2B-045EBB6A6A23}" type="presParOf" srcId="{3AC9AAF4-FC34-4518-81DD-C5FECF7C102D}" destId="{F53B6A08-11AB-443D-9D83-93F3119533A7}" srcOrd="2" destOrd="0" presId="urn:microsoft.com/office/officeart/2018/2/layout/IconVerticalSolidList"/>
    <dgm:cxn modelId="{5343CD7C-453D-4D5B-8F4C-EA5BFCCF1729}" type="presParOf" srcId="{3AC9AAF4-FC34-4518-81DD-C5FECF7C102D}" destId="{3AB75B07-A336-4F92-825F-CC39939DC9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452D81-6CF7-456C-B180-384E32F6B10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486ED87-C8DD-4DB5-8FEE-0C5587BEBCDD}">
      <dgm:prSet/>
      <dgm:spPr/>
      <dgm:t>
        <a:bodyPr/>
        <a:lstStyle/>
        <a:p>
          <a:r>
            <a:rPr lang="en-ZA" dirty="0"/>
            <a:t>7 Source tables</a:t>
          </a:r>
          <a:endParaRPr lang="en-US" dirty="0"/>
        </a:p>
      </dgm:t>
    </dgm:pt>
    <dgm:pt modelId="{8E7FE600-AAD7-4E44-8E20-9D741BDAE753}" type="parTrans" cxnId="{33A4FBAE-7609-44F4-B88E-EE7F68C281A6}">
      <dgm:prSet/>
      <dgm:spPr/>
      <dgm:t>
        <a:bodyPr/>
        <a:lstStyle/>
        <a:p>
          <a:endParaRPr lang="en-US"/>
        </a:p>
      </dgm:t>
    </dgm:pt>
    <dgm:pt modelId="{D01C7070-CA74-4E8A-8E95-D2415BF7BF3C}" type="sibTrans" cxnId="{33A4FBAE-7609-44F4-B88E-EE7F68C281A6}">
      <dgm:prSet/>
      <dgm:spPr/>
      <dgm:t>
        <a:bodyPr/>
        <a:lstStyle/>
        <a:p>
          <a:endParaRPr lang="en-US"/>
        </a:p>
      </dgm:t>
    </dgm:pt>
    <dgm:pt modelId="{E91F3E9C-3337-48A1-B484-F7797F0968A5}">
      <dgm:prSet/>
      <dgm:spPr/>
      <dgm:t>
        <a:bodyPr/>
        <a:lstStyle/>
        <a:p>
          <a:r>
            <a:rPr lang="en-ZA" b="1" dirty="0"/>
            <a:t>28,999 </a:t>
          </a:r>
          <a:r>
            <a:rPr lang="en-ZA" dirty="0"/>
            <a:t>Modelling observations</a:t>
          </a:r>
          <a:endParaRPr lang="en-US" dirty="0"/>
        </a:p>
      </dgm:t>
    </dgm:pt>
    <dgm:pt modelId="{DBAA5E83-5355-4FA6-ADAE-DDDFDADF4ABE}" type="parTrans" cxnId="{3D1E1F2D-11A6-4B7B-AFF1-7583F2AECF31}">
      <dgm:prSet/>
      <dgm:spPr/>
      <dgm:t>
        <a:bodyPr/>
        <a:lstStyle/>
        <a:p>
          <a:endParaRPr lang="en-US"/>
        </a:p>
      </dgm:t>
    </dgm:pt>
    <dgm:pt modelId="{8294E678-CC51-44FF-A2BE-D7A206958CC4}" type="sibTrans" cxnId="{3D1E1F2D-11A6-4B7B-AFF1-7583F2AECF31}">
      <dgm:prSet/>
      <dgm:spPr/>
      <dgm:t>
        <a:bodyPr/>
        <a:lstStyle/>
        <a:p>
          <a:endParaRPr lang="en-US"/>
        </a:p>
      </dgm:t>
    </dgm:pt>
    <dgm:pt modelId="{5475AD1C-2837-466F-88C8-AC84945DC44D}">
      <dgm:prSet/>
      <dgm:spPr/>
      <dgm:t>
        <a:bodyPr/>
        <a:lstStyle/>
        <a:p>
          <a:r>
            <a:rPr lang="en-ZA" dirty="0"/>
            <a:t>2103 Unique subscribers</a:t>
          </a:r>
          <a:endParaRPr lang="en-US" dirty="0"/>
        </a:p>
      </dgm:t>
    </dgm:pt>
    <dgm:pt modelId="{96EE1FD7-6503-4D27-9293-A2CCC88BDA8E}" type="parTrans" cxnId="{BA6A178D-BF6D-4AB9-A75F-85185F7F86D9}">
      <dgm:prSet/>
      <dgm:spPr/>
      <dgm:t>
        <a:bodyPr/>
        <a:lstStyle/>
        <a:p>
          <a:endParaRPr lang="en-US"/>
        </a:p>
      </dgm:t>
    </dgm:pt>
    <dgm:pt modelId="{4391C3A2-EE1A-45E7-93B9-7E4FEA12E165}" type="sibTrans" cxnId="{BA6A178D-BF6D-4AB9-A75F-85185F7F86D9}">
      <dgm:prSet/>
      <dgm:spPr/>
      <dgm:t>
        <a:bodyPr/>
        <a:lstStyle/>
        <a:p>
          <a:endParaRPr lang="en-US"/>
        </a:p>
      </dgm:t>
    </dgm:pt>
    <dgm:pt modelId="{44AAABE9-AACC-4D39-BAD0-344F4C0FDF3E}">
      <dgm:prSet/>
      <dgm:spPr/>
      <dgm:t>
        <a:bodyPr/>
        <a:lstStyle/>
        <a:p>
          <a:r>
            <a:rPr lang="en-ZA" dirty="0"/>
            <a:t>36 Modelling features/columns</a:t>
          </a:r>
          <a:endParaRPr lang="en-US" dirty="0"/>
        </a:p>
      </dgm:t>
    </dgm:pt>
    <dgm:pt modelId="{E7D36D55-FF92-478D-B13D-F905A4DAD908}" type="parTrans" cxnId="{38266FE9-AB0F-4A5C-92BC-610AD8D6A47B}">
      <dgm:prSet/>
      <dgm:spPr/>
      <dgm:t>
        <a:bodyPr/>
        <a:lstStyle/>
        <a:p>
          <a:endParaRPr lang="en-ZA"/>
        </a:p>
      </dgm:t>
    </dgm:pt>
    <dgm:pt modelId="{C20A1FFA-7A5D-4835-A4E4-82E70CE6FCF8}" type="sibTrans" cxnId="{38266FE9-AB0F-4A5C-92BC-610AD8D6A47B}">
      <dgm:prSet/>
      <dgm:spPr/>
      <dgm:t>
        <a:bodyPr/>
        <a:lstStyle/>
        <a:p>
          <a:endParaRPr lang="en-ZA"/>
        </a:p>
      </dgm:t>
    </dgm:pt>
    <dgm:pt modelId="{2C61C594-F288-418B-9CA1-51A226F33C05}" type="pres">
      <dgm:prSet presAssocID="{2A452D81-6CF7-456C-B180-384E32F6B1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DCF7721-2160-4108-B7F3-5AF4D5140AD4}" type="pres">
      <dgm:prSet presAssocID="{9486ED87-C8DD-4DB5-8FEE-0C5587BEBCDD}" presName="hierRoot1" presStyleCnt="0"/>
      <dgm:spPr/>
    </dgm:pt>
    <dgm:pt modelId="{E4520F57-1ECB-4D6A-A8D7-8E5584257BA4}" type="pres">
      <dgm:prSet presAssocID="{9486ED87-C8DD-4DB5-8FEE-0C5587BEBCDD}" presName="composite" presStyleCnt="0"/>
      <dgm:spPr/>
    </dgm:pt>
    <dgm:pt modelId="{590DA3E3-DE8A-4ACA-B843-04C97E294675}" type="pres">
      <dgm:prSet presAssocID="{9486ED87-C8DD-4DB5-8FEE-0C5587BEBCDD}" presName="background" presStyleLbl="node0" presStyleIdx="0" presStyleCnt="4"/>
      <dgm:spPr/>
    </dgm:pt>
    <dgm:pt modelId="{5E68C135-2CD3-4B78-971F-FE57A79F6EAF}" type="pres">
      <dgm:prSet presAssocID="{9486ED87-C8DD-4DB5-8FEE-0C5587BEBCDD}" presName="text" presStyleLbl="fgAcc0" presStyleIdx="0" presStyleCnt="4">
        <dgm:presLayoutVars>
          <dgm:chPref val="3"/>
        </dgm:presLayoutVars>
      </dgm:prSet>
      <dgm:spPr/>
    </dgm:pt>
    <dgm:pt modelId="{39738EBE-9CD9-4417-8E24-4E2409512D04}" type="pres">
      <dgm:prSet presAssocID="{9486ED87-C8DD-4DB5-8FEE-0C5587BEBCDD}" presName="hierChild2" presStyleCnt="0"/>
      <dgm:spPr/>
    </dgm:pt>
    <dgm:pt modelId="{582D3616-CCE6-4F28-974B-4464984A99EA}" type="pres">
      <dgm:prSet presAssocID="{E91F3E9C-3337-48A1-B484-F7797F0968A5}" presName="hierRoot1" presStyleCnt="0"/>
      <dgm:spPr/>
    </dgm:pt>
    <dgm:pt modelId="{F41CDD24-0F21-4189-A86C-D41F557E83C0}" type="pres">
      <dgm:prSet presAssocID="{E91F3E9C-3337-48A1-B484-F7797F0968A5}" presName="composite" presStyleCnt="0"/>
      <dgm:spPr/>
    </dgm:pt>
    <dgm:pt modelId="{31243421-EBA5-4910-B59C-C2C9477021BB}" type="pres">
      <dgm:prSet presAssocID="{E91F3E9C-3337-48A1-B484-F7797F0968A5}" presName="background" presStyleLbl="node0" presStyleIdx="1" presStyleCnt="4"/>
      <dgm:spPr/>
    </dgm:pt>
    <dgm:pt modelId="{3A04F08F-5C0B-4209-ADB7-B38C14ABC4E6}" type="pres">
      <dgm:prSet presAssocID="{E91F3E9C-3337-48A1-B484-F7797F0968A5}" presName="text" presStyleLbl="fgAcc0" presStyleIdx="1" presStyleCnt="4">
        <dgm:presLayoutVars>
          <dgm:chPref val="3"/>
        </dgm:presLayoutVars>
      </dgm:prSet>
      <dgm:spPr/>
    </dgm:pt>
    <dgm:pt modelId="{49F25AFC-F736-4A70-B625-D2A146A012FB}" type="pres">
      <dgm:prSet presAssocID="{E91F3E9C-3337-48A1-B484-F7797F0968A5}" presName="hierChild2" presStyleCnt="0"/>
      <dgm:spPr/>
    </dgm:pt>
    <dgm:pt modelId="{F2243632-9E53-4B3E-9F20-5C33301D23CC}" type="pres">
      <dgm:prSet presAssocID="{44AAABE9-AACC-4D39-BAD0-344F4C0FDF3E}" presName="hierRoot1" presStyleCnt="0"/>
      <dgm:spPr/>
    </dgm:pt>
    <dgm:pt modelId="{5BB47A41-22C0-4585-8BD3-D60C4EA00C9F}" type="pres">
      <dgm:prSet presAssocID="{44AAABE9-AACC-4D39-BAD0-344F4C0FDF3E}" presName="composite" presStyleCnt="0"/>
      <dgm:spPr/>
    </dgm:pt>
    <dgm:pt modelId="{310CBDC0-5820-4457-9844-813839D45F49}" type="pres">
      <dgm:prSet presAssocID="{44AAABE9-AACC-4D39-BAD0-344F4C0FDF3E}" presName="background" presStyleLbl="node0" presStyleIdx="2" presStyleCnt="4"/>
      <dgm:spPr/>
    </dgm:pt>
    <dgm:pt modelId="{DD84A3FE-4163-4ECE-9458-8CAE7C2C943F}" type="pres">
      <dgm:prSet presAssocID="{44AAABE9-AACC-4D39-BAD0-344F4C0FDF3E}" presName="text" presStyleLbl="fgAcc0" presStyleIdx="2" presStyleCnt="4">
        <dgm:presLayoutVars>
          <dgm:chPref val="3"/>
        </dgm:presLayoutVars>
      </dgm:prSet>
      <dgm:spPr/>
    </dgm:pt>
    <dgm:pt modelId="{4AA8C41C-3843-49E6-B013-9C08B0CC16AB}" type="pres">
      <dgm:prSet presAssocID="{44AAABE9-AACC-4D39-BAD0-344F4C0FDF3E}" presName="hierChild2" presStyleCnt="0"/>
      <dgm:spPr/>
    </dgm:pt>
    <dgm:pt modelId="{16771F25-A60C-4826-822A-37553D8302D0}" type="pres">
      <dgm:prSet presAssocID="{5475AD1C-2837-466F-88C8-AC84945DC44D}" presName="hierRoot1" presStyleCnt="0"/>
      <dgm:spPr/>
    </dgm:pt>
    <dgm:pt modelId="{48697D95-C329-47D8-BBE0-A35F6F5C88EC}" type="pres">
      <dgm:prSet presAssocID="{5475AD1C-2837-466F-88C8-AC84945DC44D}" presName="composite" presStyleCnt="0"/>
      <dgm:spPr/>
    </dgm:pt>
    <dgm:pt modelId="{B3969FE2-0A8C-4861-A1B6-022B06C02888}" type="pres">
      <dgm:prSet presAssocID="{5475AD1C-2837-466F-88C8-AC84945DC44D}" presName="background" presStyleLbl="node0" presStyleIdx="3" presStyleCnt="4"/>
      <dgm:spPr/>
    </dgm:pt>
    <dgm:pt modelId="{644986C5-7B55-4523-BAD6-41D89A49366F}" type="pres">
      <dgm:prSet presAssocID="{5475AD1C-2837-466F-88C8-AC84945DC44D}" presName="text" presStyleLbl="fgAcc0" presStyleIdx="3" presStyleCnt="4">
        <dgm:presLayoutVars>
          <dgm:chPref val="3"/>
        </dgm:presLayoutVars>
      </dgm:prSet>
      <dgm:spPr/>
    </dgm:pt>
    <dgm:pt modelId="{5D5A8CF0-0836-4790-964A-7A8B7559E222}" type="pres">
      <dgm:prSet presAssocID="{5475AD1C-2837-466F-88C8-AC84945DC44D}" presName="hierChild2" presStyleCnt="0"/>
      <dgm:spPr/>
    </dgm:pt>
  </dgm:ptLst>
  <dgm:cxnLst>
    <dgm:cxn modelId="{E7B52F09-0A8A-4230-A030-9DB5868E05A8}" type="presOf" srcId="{E91F3E9C-3337-48A1-B484-F7797F0968A5}" destId="{3A04F08F-5C0B-4209-ADB7-B38C14ABC4E6}" srcOrd="0" destOrd="0" presId="urn:microsoft.com/office/officeart/2005/8/layout/hierarchy1"/>
    <dgm:cxn modelId="{7E07722A-9847-43BF-802C-24E3CAA7F1C8}" type="presOf" srcId="{44AAABE9-AACC-4D39-BAD0-344F4C0FDF3E}" destId="{DD84A3FE-4163-4ECE-9458-8CAE7C2C943F}" srcOrd="0" destOrd="0" presId="urn:microsoft.com/office/officeart/2005/8/layout/hierarchy1"/>
    <dgm:cxn modelId="{3D1E1F2D-11A6-4B7B-AFF1-7583F2AECF31}" srcId="{2A452D81-6CF7-456C-B180-384E32F6B108}" destId="{E91F3E9C-3337-48A1-B484-F7797F0968A5}" srcOrd="1" destOrd="0" parTransId="{DBAA5E83-5355-4FA6-ADAE-DDDFDADF4ABE}" sibTransId="{8294E678-CC51-44FF-A2BE-D7A206958CC4}"/>
    <dgm:cxn modelId="{34630D38-1EFA-48D1-9E04-DFE9396B1C1B}" type="presOf" srcId="{9486ED87-C8DD-4DB5-8FEE-0C5587BEBCDD}" destId="{5E68C135-2CD3-4B78-971F-FE57A79F6EAF}" srcOrd="0" destOrd="0" presId="urn:microsoft.com/office/officeart/2005/8/layout/hierarchy1"/>
    <dgm:cxn modelId="{40950C3C-5054-4B74-896F-ACA7FC010F9B}" type="presOf" srcId="{5475AD1C-2837-466F-88C8-AC84945DC44D}" destId="{644986C5-7B55-4523-BAD6-41D89A49366F}" srcOrd="0" destOrd="0" presId="urn:microsoft.com/office/officeart/2005/8/layout/hierarchy1"/>
    <dgm:cxn modelId="{73D28546-51B2-4D86-A9F8-70386ADE6908}" type="presOf" srcId="{2A452D81-6CF7-456C-B180-384E32F6B108}" destId="{2C61C594-F288-418B-9CA1-51A226F33C05}" srcOrd="0" destOrd="0" presId="urn:microsoft.com/office/officeart/2005/8/layout/hierarchy1"/>
    <dgm:cxn modelId="{BA6A178D-BF6D-4AB9-A75F-85185F7F86D9}" srcId="{2A452D81-6CF7-456C-B180-384E32F6B108}" destId="{5475AD1C-2837-466F-88C8-AC84945DC44D}" srcOrd="3" destOrd="0" parTransId="{96EE1FD7-6503-4D27-9293-A2CCC88BDA8E}" sibTransId="{4391C3A2-EE1A-45E7-93B9-7E4FEA12E165}"/>
    <dgm:cxn modelId="{33A4FBAE-7609-44F4-B88E-EE7F68C281A6}" srcId="{2A452D81-6CF7-456C-B180-384E32F6B108}" destId="{9486ED87-C8DD-4DB5-8FEE-0C5587BEBCDD}" srcOrd="0" destOrd="0" parTransId="{8E7FE600-AAD7-4E44-8E20-9D741BDAE753}" sibTransId="{D01C7070-CA74-4E8A-8E95-D2415BF7BF3C}"/>
    <dgm:cxn modelId="{38266FE9-AB0F-4A5C-92BC-610AD8D6A47B}" srcId="{2A452D81-6CF7-456C-B180-384E32F6B108}" destId="{44AAABE9-AACC-4D39-BAD0-344F4C0FDF3E}" srcOrd="2" destOrd="0" parTransId="{E7D36D55-FF92-478D-B13D-F905A4DAD908}" sibTransId="{C20A1FFA-7A5D-4835-A4E4-82E70CE6FCF8}"/>
    <dgm:cxn modelId="{992EED4C-3B49-48DA-A5A0-A3955EC49183}" type="presParOf" srcId="{2C61C594-F288-418B-9CA1-51A226F33C05}" destId="{CDCF7721-2160-4108-B7F3-5AF4D5140AD4}" srcOrd="0" destOrd="0" presId="urn:microsoft.com/office/officeart/2005/8/layout/hierarchy1"/>
    <dgm:cxn modelId="{0AA4807F-D6D9-4720-ACD5-EA958A8B5638}" type="presParOf" srcId="{CDCF7721-2160-4108-B7F3-5AF4D5140AD4}" destId="{E4520F57-1ECB-4D6A-A8D7-8E5584257BA4}" srcOrd="0" destOrd="0" presId="urn:microsoft.com/office/officeart/2005/8/layout/hierarchy1"/>
    <dgm:cxn modelId="{0F39CDEE-D3A5-4ABA-B47E-768AFDAAF479}" type="presParOf" srcId="{E4520F57-1ECB-4D6A-A8D7-8E5584257BA4}" destId="{590DA3E3-DE8A-4ACA-B843-04C97E294675}" srcOrd="0" destOrd="0" presId="urn:microsoft.com/office/officeart/2005/8/layout/hierarchy1"/>
    <dgm:cxn modelId="{3C8BBF4D-958F-4803-96DF-1D06E376C78F}" type="presParOf" srcId="{E4520F57-1ECB-4D6A-A8D7-8E5584257BA4}" destId="{5E68C135-2CD3-4B78-971F-FE57A79F6EAF}" srcOrd="1" destOrd="0" presId="urn:microsoft.com/office/officeart/2005/8/layout/hierarchy1"/>
    <dgm:cxn modelId="{1D4DDEF4-88CB-4A7A-82B9-A758749D11D0}" type="presParOf" srcId="{CDCF7721-2160-4108-B7F3-5AF4D5140AD4}" destId="{39738EBE-9CD9-4417-8E24-4E2409512D04}" srcOrd="1" destOrd="0" presId="urn:microsoft.com/office/officeart/2005/8/layout/hierarchy1"/>
    <dgm:cxn modelId="{5D5486F0-16ED-456C-A15B-052D131B0A71}" type="presParOf" srcId="{2C61C594-F288-418B-9CA1-51A226F33C05}" destId="{582D3616-CCE6-4F28-974B-4464984A99EA}" srcOrd="1" destOrd="0" presId="urn:microsoft.com/office/officeart/2005/8/layout/hierarchy1"/>
    <dgm:cxn modelId="{DE3AEB64-A002-43EA-946E-41284FE57A64}" type="presParOf" srcId="{582D3616-CCE6-4F28-974B-4464984A99EA}" destId="{F41CDD24-0F21-4189-A86C-D41F557E83C0}" srcOrd="0" destOrd="0" presId="urn:microsoft.com/office/officeart/2005/8/layout/hierarchy1"/>
    <dgm:cxn modelId="{C12C60E4-6C07-4129-83E9-56A0D68A2E75}" type="presParOf" srcId="{F41CDD24-0F21-4189-A86C-D41F557E83C0}" destId="{31243421-EBA5-4910-B59C-C2C9477021BB}" srcOrd="0" destOrd="0" presId="urn:microsoft.com/office/officeart/2005/8/layout/hierarchy1"/>
    <dgm:cxn modelId="{9463CBBA-C510-4346-9A3E-4C4FC2BB7F8F}" type="presParOf" srcId="{F41CDD24-0F21-4189-A86C-D41F557E83C0}" destId="{3A04F08F-5C0B-4209-ADB7-B38C14ABC4E6}" srcOrd="1" destOrd="0" presId="urn:microsoft.com/office/officeart/2005/8/layout/hierarchy1"/>
    <dgm:cxn modelId="{549E4112-6734-400B-8F53-4DC6C95F4731}" type="presParOf" srcId="{582D3616-CCE6-4F28-974B-4464984A99EA}" destId="{49F25AFC-F736-4A70-B625-D2A146A012FB}" srcOrd="1" destOrd="0" presId="urn:microsoft.com/office/officeart/2005/8/layout/hierarchy1"/>
    <dgm:cxn modelId="{5FB95C4B-FEE4-42B2-A0EE-BCAA8754401A}" type="presParOf" srcId="{2C61C594-F288-418B-9CA1-51A226F33C05}" destId="{F2243632-9E53-4B3E-9F20-5C33301D23CC}" srcOrd="2" destOrd="0" presId="urn:microsoft.com/office/officeart/2005/8/layout/hierarchy1"/>
    <dgm:cxn modelId="{C5F185DF-2D29-4CE5-A20D-039DF875C619}" type="presParOf" srcId="{F2243632-9E53-4B3E-9F20-5C33301D23CC}" destId="{5BB47A41-22C0-4585-8BD3-D60C4EA00C9F}" srcOrd="0" destOrd="0" presId="urn:microsoft.com/office/officeart/2005/8/layout/hierarchy1"/>
    <dgm:cxn modelId="{D25808B9-B583-4CBB-A8BA-B89E5865C457}" type="presParOf" srcId="{5BB47A41-22C0-4585-8BD3-D60C4EA00C9F}" destId="{310CBDC0-5820-4457-9844-813839D45F49}" srcOrd="0" destOrd="0" presId="urn:microsoft.com/office/officeart/2005/8/layout/hierarchy1"/>
    <dgm:cxn modelId="{C6622C48-ADA5-439F-9164-936A6BC23924}" type="presParOf" srcId="{5BB47A41-22C0-4585-8BD3-D60C4EA00C9F}" destId="{DD84A3FE-4163-4ECE-9458-8CAE7C2C943F}" srcOrd="1" destOrd="0" presId="urn:microsoft.com/office/officeart/2005/8/layout/hierarchy1"/>
    <dgm:cxn modelId="{B37E4883-7C73-4299-BB99-FD13482E6335}" type="presParOf" srcId="{F2243632-9E53-4B3E-9F20-5C33301D23CC}" destId="{4AA8C41C-3843-49E6-B013-9C08B0CC16AB}" srcOrd="1" destOrd="0" presId="urn:microsoft.com/office/officeart/2005/8/layout/hierarchy1"/>
    <dgm:cxn modelId="{5B20DE05-BF15-45EE-AD48-1AEF5A016BB3}" type="presParOf" srcId="{2C61C594-F288-418B-9CA1-51A226F33C05}" destId="{16771F25-A60C-4826-822A-37553D8302D0}" srcOrd="3" destOrd="0" presId="urn:microsoft.com/office/officeart/2005/8/layout/hierarchy1"/>
    <dgm:cxn modelId="{D9A526EA-9A69-4138-8541-44E86B73241C}" type="presParOf" srcId="{16771F25-A60C-4826-822A-37553D8302D0}" destId="{48697D95-C329-47D8-BBE0-A35F6F5C88EC}" srcOrd="0" destOrd="0" presId="urn:microsoft.com/office/officeart/2005/8/layout/hierarchy1"/>
    <dgm:cxn modelId="{6F3E78A4-3021-4E72-82A9-6735F50C84E6}" type="presParOf" srcId="{48697D95-C329-47D8-BBE0-A35F6F5C88EC}" destId="{B3969FE2-0A8C-4861-A1B6-022B06C02888}" srcOrd="0" destOrd="0" presId="urn:microsoft.com/office/officeart/2005/8/layout/hierarchy1"/>
    <dgm:cxn modelId="{4D4BA12F-C447-495D-A91A-6C3EE17E666C}" type="presParOf" srcId="{48697D95-C329-47D8-BBE0-A35F6F5C88EC}" destId="{644986C5-7B55-4523-BAD6-41D89A49366F}" srcOrd="1" destOrd="0" presId="urn:microsoft.com/office/officeart/2005/8/layout/hierarchy1"/>
    <dgm:cxn modelId="{1B2F31C3-AA75-4667-97AC-C6DD46FDB446}" type="presParOf" srcId="{16771F25-A60C-4826-822A-37553D8302D0}" destId="{5D5A8CF0-0836-4790-964A-7A8B7559E22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779E2B-86C8-42D3-848B-0B6A4EADAEC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25E4BF-0EF5-48A9-88A4-F9DA2ECA15EE}">
      <dgm:prSet/>
      <dgm:spPr/>
      <dgm:t>
        <a:bodyPr/>
        <a:lstStyle/>
        <a:p>
          <a:r>
            <a:rPr lang="en-ZA"/>
            <a:t>Data integration: combine the seven source tables.</a:t>
          </a:r>
          <a:endParaRPr lang="en-US"/>
        </a:p>
      </dgm:t>
    </dgm:pt>
    <dgm:pt modelId="{C7C0FCC4-5D0A-4AB6-9C68-82A1A4C5FA8D}" type="parTrans" cxnId="{39C42FDD-2F89-4C74-ACA6-AB09CBCF2D67}">
      <dgm:prSet/>
      <dgm:spPr/>
      <dgm:t>
        <a:bodyPr/>
        <a:lstStyle/>
        <a:p>
          <a:endParaRPr lang="en-US"/>
        </a:p>
      </dgm:t>
    </dgm:pt>
    <dgm:pt modelId="{6D2802C1-9467-4C3B-BA39-93D02DC228AC}" type="sibTrans" cxnId="{39C42FDD-2F89-4C74-ACA6-AB09CBCF2D67}">
      <dgm:prSet/>
      <dgm:spPr/>
      <dgm:t>
        <a:bodyPr/>
        <a:lstStyle/>
        <a:p>
          <a:endParaRPr lang="en-US"/>
        </a:p>
      </dgm:t>
    </dgm:pt>
    <dgm:pt modelId="{9EAA67F5-5DB2-4F78-A9A9-7A67A98C3D0B}">
      <dgm:prSet/>
      <dgm:spPr/>
      <dgm:t>
        <a:bodyPr/>
        <a:lstStyle/>
        <a:p>
          <a:r>
            <a:rPr lang="en-ZA"/>
            <a:t>Feature engineering: construct predictors from available subscriber history.</a:t>
          </a:r>
          <a:endParaRPr lang="en-US"/>
        </a:p>
      </dgm:t>
    </dgm:pt>
    <dgm:pt modelId="{92098D0B-5F56-4989-8A24-208F2CE08F16}" type="parTrans" cxnId="{903A51DF-DB73-471E-A301-53755B10476E}">
      <dgm:prSet/>
      <dgm:spPr/>
      <dgm:t>
        <a:bodyPr/>
        <a:lstStyle/>
        <a:p>
          <a:endParaRPr lang="en-US"/>
        </a:p>
      </dgm:t>
    </dgm:pt>
    <dgm:pt modelId="{E46A2B08-CCF5-4698-BB4D-5CC381FEF182}" type="sibTrans" cxnId="{903A51DF-DB73-471E-A301-53755B10476E}">
      <dgm:prSet/>
      <dgm:spPr/>
      <dgm:t>
        <a:bodyPr/>
        <a:lstStyle/>
        <a:p>
          <a:endParaRPr lang="en-US"/>
        </a:p>
      </dgm:t>
    </dgm:pt>
    <dgm:pt modelId="{8D8D4B69-D33A-416D-847E-6C1F23E0CBA6}">
      <dgm:prSet/>
      <dgm:spPr/>
      <dgm:t>
        <a:bodyPr/>
        <a:lstStyle/>
        <a:p>
          <a:r>
            <a:rPr lang="en-ZA"/>
            <a:t>Preprocessing: handle missing values and encode categorical variables.</a:t>
          </a:r>
          <a:endParaRPr lang="en-US"/>
        </a:p>
      </dgm:t>
    </dgm:pt>
    <dgm:pt modelId="{B959ED09-4D6E-4012-9980-B3EDDA40FB8F}" type="parTrans" cxnId="{C60F0A54-97CE-4643-ACC9-0EFC17F49D41}">
      <dgm:prSet/>
      <dgm:spPr/>
      <dgm:t>
        <a:bodyPr/>
        <a:lstStyle/>
        <a:p>
          <a:endParaRPr lang="en-US"/>
        </a:p>
      </dgm:t>
    </dgm:pt>
    <dgm:pt modelId="{E08FE82B-4345-4042-AD71-7D5AA3F4795C}" type="sibTrans" cxnId="{C60F0A54-97CE-4643-ACC9-0EFC17F49D41}">
      <dgm:prSet/>
      <dgm:spPr/>
      <dgm:t>
        <a:bodyPr/>
        <a:lstStyle/>
        <a:p>
          <a:endParaRPr lang="en-US"/>
        </a:p>
      </dgm:t>
    </dgm:pt>
    <dgm:pt modelId="{98E5A453-962B-4D2C-B1F5-357D6ABC668C}">
      <dgm:prSet/>
      <dgm:spPr/>
      <dgm:t>
        <a:bodyPr/>
        <a:lstStyle/>
        <a:p>
          <a:r>
            <a:rPr lang="en-ZA"/>
            <a:t>Leakage prevention: exclude information unavailable at the prediction date.</a:t>
          </a:r>
          <a:endParaRPr lang="en-US"/>
        </a:p>
      </dgm:t>
    </dgm:pt>
    <dgm:pt modelId="{EF467F58-A706-47CB-8848-355E4376AE34}" type="parTrans" cxnId="{429AEBC9-2471-475D-8C15-384364496EF7}">
      <dgm:prSet/>
      <dgm:spPr/>
      <dgm:t>
        <a:bodyPr/>
        <a:lstStyle/>
        <a:p>
          <a:endParaRPr lang="en-US"/>
        </a:p>
      </dgm:t>
    </dgm:pt>
    <dgm:pt modelId="{16449974-76AC-45E7-B1D7-C5F0A5001461}" type="sibTrans" cxnId="{429AEBC9-2471-475D-8C15-384364496EF7}">
      <dgm:prSet/>
      <dgm:spPr/>
      <dgm:t>
        <a:bodyPr/>
        <a:lstStyle/>
        <a:p>
          <a:endParaRPr lang="en-US"/>
        </a:p>
      </dgm:t>
    </dgm:pt>
    <dgm:pt modelId="{3A6D3E7C-F6E8-4501-8E98-88443758D229}">
      <dgm:prSet/>
      <dgm:spPr/>
      <dgm:t>
        <a:bodyPr/>
        <a:lstStyle/>
        <a:p>
          <a:r>
            <a:rPr lang="en-ZA"/>
            <a:t>Chronological splitting: train, validate and test using separate time periods.</a:t>
          </a:r>
          <a:endParaRPr lang="en-US"/>
        </a:p>
      </dgm:t>
    </dgm:pt>
    <dgm:pt modelId="{4E1F34A5-2F93-42CE-AC02-1A7CC45DA522}" type="parTrans" cxnId="{7FE6E8CC-4354-4DD7-9EB4-1EA4745FF661}">
      <dgm:prSet/>
      <dgm:spPr/>
      <dgm:t>
        <a:bodyPr/>
        <a:lstStyle/>
        <a:p>
          <a:endParaRPr lang="en-US"/>
        </a:p>
      </dgm:t>
    </dgm:pt>
    <dgm:pt modelId="{6D1F0F82-E572-4179-BA5D-7937351CCAFF}" type="sibTrans" cxnId="{7FE6E8CC-4354-4DD7-9EB4-1EA4745FF661}">
      <dgm:prSet/>
      <dgm:spPr/>
      <dgm:t>
        <a:bodyPr/>
        <a:lstStyle/>
        <a:p>
          <a:endParaRPr lang="en-US"/>
        </a:p>
      </dgm:t>
    </dgm:pt>
    <dgm:pt modelId="{B8A4F6F5-48AB-4459-89D4-0A81F81B4796}" type="pres">
      <dgm:prSet presAssocID="{F5779E2B-86C8-42D3-848B-0B6A4EADAEC2}" presName="Name0" presStyleCnt="0">
        <dgm:presLayoutVars>
          <dgm:dir/>
          <dgm:resizeHandles val="exact"/>
        </dgm:presLayoutVars>
      </dgm:prSet>
      <dgm:spPr/>
    </dgm:pt>
    <dgm:pt modelId="{6DE13B84-5091-4DC9-97BD-41E348B2A952}" type="pres">
      <dgm:prSet presAssocID="{8825E4BF-0EF5-48A9-88A4-F9DA2ECA15EE}" presName="node" presStyleLbl="node1" presStyleIdx="0" presStyleCnt="5">
        <dgm:presLayoutVars>
          <dgm:bulletEnabled val="1"/>
        </dgm:presLayoutVars>
      </dgm:prSet>
      <dgm:spPr/>
    </dgm:pt>
    <dgm:pt modelId="{58722DCC-FEFA-484C-92D5-D2077529E083}" type="pres">
      <dgm:prSet presAssocID="{6D2802C1-9467-4C3B-BA39-93D02DC228AC}" presName="sibTrans" presStyleLbl="sibTrans1D1" presStyleIdx="0" presStyleCnt="4"/>
      <dgm:spPr/>
    </dgm:pt>
    <dgm:pt modelId="{949D5328-FD21-497D-83FE-D4B953DE0037}" type="pres">
      <dgm:prSet presAssocID="{6D2802C1-9467-4C3B-BA39-93D02DC228AC}" presName="connectorText" presStyleLbl="sibTrans1D1" presStyleIdx="0" presStyleCnt="4"/>
      <dgm:spPr/>
    </dgm:pt>
    <dgm:pt modelId="{2B9BD96B-A509-4B74-AE1F-C889DC246E20}" type="pres">
      <dgm:prSet presAssocID="{9EAA67F5-5DB2-4F78-A9A9-7A67A98C3D0B}" presName="node" presStyleLbl="node1" presStyleIdx="1" presStyleCnt="5">
        <dgm:presLayoutVars>
          <dgm:bulletEnabled val="1"/>
        </dgm:presLayoutVars>
      </dgm:prSet>
      <dgm:spPr/>
    </dgm:pt>
    <dgm:pt modelId="{F81AA323-26ED-4C46-AB6F-D15A13A70E90}" type="pres">
      <dgm:prSet presAssocID="{E46A2B08-CCF5-4698-BB4D-5CC381FEF182}" presName="sibTrans" presStyleLbl="sibTrans1D1" presStyleIdx="1" presStyleCnt="4"/>
      <dgm:spPr/>
    </dgm:pt>
    <dgm:pt modelId="{8B57E6E4-5049-4AE3-9DA1-BB2BC727C87E}" type="pres">
      <dgm:prSet presAssocID="{E46A2B08-CCF5-4698-BB4D-5CC381FEF182}" presName="connectorText" presStyleLbl="sibTrans1D1" presStyleIdx="1" presStyleCnt="4"/>
      <dgm:spPr/>
    </dgm:pt>
    <dgm:pt modelId="{8F1756F7-A031-417C-A37A-67EDC92C2F59}" type="pres">
      <dgm:prSet presAssocID="{8D8D4B69-D33A-416D-847E-6C1F23E0CBA6}" presName="node" presStyleLbl="node1" presStyleIdx="2" presStyleCnt="5">
        <dgm:presLayoutVars>
          <dgm:bulletEnabled val="1"/>
        </dgm:presLayoutVars>
      </dgm:prSet>
      <dgm:spPr/>
    </dgm:pt>
    <dgm:pt modelId="{E652DE41-E3EF-44F3-B878-50CD4EEB27C2}" type="pres">
      <dgm:prSet presAssocID="{E08FE82B-4345-4042-AD71-7D5AA3F4795C}" presName="sibTrans" presStyleLbl="sibTrans1D1" presStyleIdx="2" presStyleCnt="4"/>
      <dgm:spPr/>
    </dgm:pt>
    <dgm:pt modelId="{D7213C03-B3B7-4F24-A575-F2388D1F3AC3}" type="pres">
      <dgm:prSet presAssocID="{E08FE82B-4345-4042-AD71-7D5AA3F4795C}" presName="connectorText" presStyleLbl="sibTrans1D1" presStyleIdx="2" presStyleCnt="4"/>
      <dgm:spPr/>
    </dgm:pt>
    <dgm:pt modelId="{438533C9-C59A-442C-97EB-EA3B4B6A8AC7}" type="pres">
      <dgm:prSet presAssocID="{98E5A453-962B-4D2C-B1F5-357D6ABC668C}" presName="node" presStyleLbl="node1" presStyleIdx="3" presStyleCnt="5">
        <dgm:presLayoutVars>
          <dgm:bulletEnabled val="1"/>
        </dgm:presLayoutVars>
      </dgm:prSet>
      <dgm:spPr/>
    </dgm:pt>
    <dgm:pt modelId="{34815732-1EBA-4C54-AD5F-A266650888DA}" type="pres">
      <dgm:prSet presAssocID="{16449974-76AC-45E7-B1D7-C5F0A5001461}" presName="sibTrans" presStyleLbl="sibTrans1D1" presStyleIdx="3" presStyleCnt="4"/>
      <dgm:spPr/>
    </dgm:pt>
    <dgm:pt modelId="{44D2BB0E-184A-4388-8ED4-576C2068F2F9}" type="pres">
      <dgm:prSet presAssocID="{16449974-76AC-45E7-B1D7-C5F0A5001461}" presName="connectorText" presStyleLbl="sibTrans1D1" presStyleIdx="3" presStyleCnt="4"/>
      <dgm:spPr/>
    </dgm:pt>
    <dgm:pt modelId="{936FCBD1-F850-4A5D-864A-C262AFAD815B}" type="pres">
      <dgm:prSet presAssocID="{3A6D3E7C-F6E8-4501-8E98-88443758D229}" presName="node" presStyleLbl="node1" presStyleIdx="4" presStyleCnt="5">
        <dgm:presLayoutVars>
          <dgm:bulletEnabled val="1"/>
        </dgm:presLayoutVars>
      </dgm:prSet>
      <dgm:spPr/>
    </dgm:pt>
  </dgm:ptLst>
  <dgm:cxnLst>
    <dgm:cxn modelId="{0E35800C-E2BF-4336-829A-325A0AC02CE6}" type="presOf" srcId="{16449974-76AC-45E7-B1D7-C5F0A5001461}" destId="{34815732-1EBA-4C54-AD5F-A266650888DA}" srcOrd="0" destOrd="0" presId="urn:microsoft.com/office/officeart/2016/7/layout/RepeatingBendingProcessNew"/>
    <dgm:cxn modelId="{4240B513-0465-4CDB-A56B-C12C8FAF6E03}" type="presOf" srcId="{9EAA67F5-5DB2-4F78-A9A9-7A67A98C3D0B}" destId="{2B9BD96B-A509-4B74-AE1F-C889DC246E20}" srcOrd="0" destOrd="0" presId="urn:microsoft.com/office/officeart/2016/7/layout/RepeatingBendingProcessNew"/>
    <dgm:cxn modelId="{FF0C002F-FCE2-4712-8233-C57209E0E4A6}" type="presOf" srcId="{98E5A453-962B-4D2C-B1F5-357D6ABC668C}" destId="{438533C9-C59A-442C-97EB-EA3B4B6A8AC7}" srcOrd="0" destOrd="0" presId="urn:microsoft.com/office/officeart/2016/7/layout/RepeatingBendingProcessNew"/>
    <dgm:cxn modelId="{2994AF38-44AA-4E6C-B1C1-4183F8533CB3}" type="presOf" srcId="{E08FE82B-4345-4042-AD71-7D5AA3F4795C}" destId="{E652DE41-E3EF-44F3-B878-50CD4EEB27C2}" srcOrd="0" destOrd="0" presId="urn:microsoft.com/office/officeart/2016/7/layout/RepeatingBendingProcessNew"/>
    <dgm:cxn modelId="{82AFB93D-3AD5-4B6B-B346-1B1A254E088C}" type="presOf" srcId="{16449974-76AC-45E7-B1D7-C5F0A5001461}" destId="{44D2BB0E-184A-4388-8ED4-576C2068F2F9}" srcOrd="1" destOrd="0" presId="urn:microsoft.com/office/officeart/2016/7/layout/RepeatingBendingProcessNew"/>
    <dgm:cxn modelId="{2BCEF15F-5C7F-4266-BEE0-746ABE372619}" type="presOf" srcId="{8D8D4B69-D33A-416D-847E-6C1F23E0CBA6}" destId="{8F1756F7-A031-417C-A37A-67EDC92C2F59}" srcOrd="0" destOrd="0" presId="urn:microsoft.com/office/officeart/2016/7/layout/RepeatingBendingProcessNew"/>
    <dgm:cxn modelId="{C60F0A54-97CE-4643-ACC9-0EFC17F49D41}" srcId="{F5779E2B-86C8-42D3-848B-0B6A4EADAEC2}" destId="{8D8D4B69-D33A-416D-847E-6C1F23E0CBA6}" srcOrd="2" destOrd="0" parTransId="{B959ED09-4D6E-4012-9980-B3EDDA40FB8F}" sibTransId="{E08FE82B-4345-4042-AD71-7D5AA3F4795C}"/>
    <dgm:cxn modelId="{E256557B-07E5-4C87-8930-3065BFD97DD4}" type="presOf" srcId="{F5779E2B-86C8-42D3-848B-0B6A4EADAEC2}" destId="{B8A4F6F5-48AB-4459-89D4-0A81F81B4796}" srcOrd="0" destOrd="0" presId="urn:microsoft.com/office/officeart/2016/7/layout/RepeatingBendingProcessNew"/>
    <dgm:cxn modelId="{E749AA7E-E8D0-4F65-AD66-495FCA454379}" type="presOf" srcId="{8825E4BF-0EF5-48A9-88A4-F9DA2ECA15EE}" destId="{6DE13B84-5091-4DC9-97BD-41E348B2A952}" srcOrd="0" destOrd="0" presId="urn:microsoft.com/office/officeart/2016/7/layout/RepeatingBendingProcessNew"/>
    <dgm:cxn modelId="{8678598F-FF8C-4EF0-8082-B556FC7757AF}" type="presOf" srcId="{3A6D3E7C-F6E8-4501-8E98-88443758D229}" destId="{936FCBD1-F850-4A5D-864A-C262AFAD815B}" srcOrd="0" destOrd="0" presId="urn:microsoft.com/office/officeart/2016/7/layout/RepeatingBendingProcessNew"/>
    <dgm:cxn modelId="{9DF86593-D1A6-4D5E-8593-1EF55B73D641}" type="presOf" srcId="{E46A2B08-CCF5-4698-BB4D-5CC381FEF182}" destId="{8B57E6E4-5049-4AE3-9DA1-BB2BC727C87E}" srcOrd="1" destOrd="0" presId="urn:microsoft.com/office/officeart/2016/7/layout/RepeatingBendingProcessNew"/>
    <dgm:cxn modelId="{48917C96-268C-4EA5-98F9-7C2789852F10}" type="presOf" srcId="{6D2802C1-9467-4C3B-BA39-93D02DC228AC}" destId="{58722DCC-FEFA-484C-92D5-D2077529E083}" srcOrd="0" destOrd="0" presId="urn:microsoft.com/office/officeart/2016/7/layout/RepeatingBendingProcessNew"/>
    <dgm:cxn modelId="{BF59C6B3-B051-400D-A17F-E89D4E50C9D4}" type="presOf" srcId="{E46A2B08-CCF5-4698-BB4D-5CC381FEF182}" destId="{F81AA323-26ED-4C46-AB6F-D15A13A70E90}" srcOrd="0" destOrd="0" presId="urn:microsoft.com/office/officeart/2016/7/layout/RepeatingBendingProcessNew"/>
    <dgm:cxn modelId="{429AEBC9-2471-475D-8C15-384364496EF7}" srcId="{F5779E2B-86C8-42D3-848B-0B6A4EADAEC2}" destId="{98E5A453-962B-4D2C-B1F5-357D6ABC668C}" srcOrd="3" destOrd="0" parTransId="{EF467F58-A706-47CB-8848-355E4376AE34}" sibTransId="{16449974-76AC-45E7-B1D7-C5F0A5001461}"/>
    <dgm:cxn modelId="{7FE6E8CC-4354-4DD7-9EB4-1EA4745FF661}" srcId="{F5779E2B-86C8-42D3-848B-0B6A4EADAEC2}" destId="{3A6D3E7C-F6E8-4501-8E98-88443758D229}" srcOrd="4" destOrd="0" parTransId="{4E1F34A5-2F93-42CE-AC02-1A7CC45DA522}" sibTransId="{6D1F0F82-E572-4179-BA5D-7937351CCAFF}"/>
    <dgm:cxn modelId="{1A39C6D7-850A-4685-A3A8-BF62B5859157}" type="presOf" srcId="{E08FE82B-4345-4042-AD71-7D5AA3F4795C}" destId="{D7213C03-B3B7-4F24-A575-F2388D1F3AC3}" srcOrd="1" destOrd="0" presId="urn:microsoft.com/office/officeart/2016/7/layout/RepeatingBendingProcessNew"/>
    <dgm:cxn modelId="{39C42FDD-2F89-4C74-ACA6-AB09CBCF2D67}" srcId="{F5779E2B-86C8-42D3-848B-0B6A4EADAEC2}" destId="{8825E4BF-0EF5-48A9-88A4-F9DA2ECA15EE}" srcOrd="0" destOrd="0" parTransId="{C7C0FCC4-5D0A-4AB6-9C68-82A1A4C5FA8D}" sibTransId="{6D2802C1-9467-4C3B-BA39-93D02DC228AC}"/>
    <dgm:cxn modelId="{903A51DF-DB73-471E-A301-53755B10476E}" srcId="{F5779E2B-86C8-42D3-848B-0B6A4EADAEC2}" destId="{9EAA67F5-5DB2-4F78-A9A9-7A67A98C3D0B}" srcOrd="1" destOrd="0" parTransId="{92098D0B-5F56-4989-8A24-208F2CE08F16}" sibTransId="{E46A2B08-CCF5-4698-BB4D-5CC381FEF182}"/>
    <dgm:cxn modelId="{BBF7F9F8-BFD3-4047-AC74-EBDCBA8C2B38}" type="presOf" srcId="{6D2802C1-9467-4C3B-BA39-93D02DC228AC}" destId="{949D5328-FD21-497D-83FE-D4B953DE0037}" srcOrd="1" destOrd="0" presId="urn:microsoft.com/office/officeart/2016/7/layout/RepeatingBendingProcessNew"/>
    <dgm:cxn modelId="{B9BD9A8B-5BF3-4378-9E94-A72CDF5C4C3A}" type="presParOf" srcId="{B8A4F6F5-48AB-4459-89D4-0A81F81B4796}" destId="{6DE13B84-5091-4DC9-97BD-41E348B2A952}" srcOrd="0" destOrd="0" presId="urn:microsoft.com/office/officeart/2016/7/layout/RepeatingBendingProcessNew"/>
    <dgm:cxn modelId="{1FC2BB96-242D-4A66-971E-04A435AA2BFF}" type="presParOf" srcId="{B8A4F6F5-48AB-4459-89D4-0A81F81B4796}" destId="{58722DCC-FEFA-484C-92D5-D2077529E083}" srcOrd="1" destOrd="0" presId="urn:microsoft.com/office/officeart/2016/7/layout/RepeatingBendingProcessNew"/>
    <dgm:cxn modelId="{AB237AEA-8F2E-4B51-99BC-3ACC2F20DB32}" type="presParOf" srcId="{58722DCC-FEFA-484C-92D5-D2077529E083}" destId="{949D5328-FD21-497D-83FE-D4B953DE0037}" srcOrd="0" destOrd="0" presId="urn:microsoft.com/office/officeart/2016/7/layout/RepeatingBendingProcessNew"/>
    <dgm:cxn modelId="{34C9E175-2A8E-4E98-A558-D365E9DA4409}" type="presParOf" srcId="{B8A4F6F5-48AB-4459-89D4-0A81F81B4796}" destId="{2B9BD96B-A509-4B74-AE1F-C889DC246E20}" srcOrd="2" destOrd="0" presId="urn:microsoft.com/office/officeart/2016/7/layout/RepeatingBendingProcessNew"/>
    <dgm:cxn modelId="{6B758744-1795-4531-8445-0EC3D4350139}" type="presParOf" srcId="{B8A4F6F5-48AB-4459-89D4-0A81F81B4796}" destId="{F81AA323-26ED-4C46-AB6F-D15A13A70E90}" srcOrd="3" destOrd="0" presId="urn:microsoft.com/office/officeart/2016/7/layout/RepeatingBendingProcessNew"/>
    <dgm:cxn modelId="{5A0AAD07-0F11-45B3-9257-090CD6E18084}" type="presParOf" srcId="{F81AA323-26ED-4C46-AB6F-D15A13A70E90}" destId="{8B57E6E4-5049-4AE3-9DA1-BB2BC727C87E}" srcOrd="0" destOrd="0" presId="urn:microsoft.com/office/officeart/2016/7/layout/RepeatingBendingProcessNew"/>
    <dgm:cxn modelId="{9B28125F-EF6E-4025-A21A-8046CD7F98FF}" type="presParOf" srcId="{B8A4F6F5-48AB-4459-89D4-0A81F81B4796}" destId="{8F1756F7-A031-417C-A37A-67EDC92C2F59}" srcOrd="4" destOrd="0" presId="urn:microsoft.com/office/officeart/2016/7/layout/RepeatingBendingProcessNew"/>
    <dgm:cxn modelId="{481FACE5-4C56-4D4B-BBBC-A687EF17609D}" type="presParOf" srcId="{B8A4F6F5-48AB-4459-89D4-0A81F81B4796}" destId="{E652DE41-E3EF-44F3-B878-50CD4EEB27C2}" srcOrd="5" destOrd="0" presId="urn:microsoft.com/office/officeart/2016/7/layout/RepeatingBendingProcessNew"/>
    <dgm:cxn modelId="{4B094341-BBDF-4B52-9C74-4B0C6DD49309}" type="presParOf" srcId="{E652DE41-E3EF-44F3-B878-50CD4EEB27C2}" destId="{D7213C03-B3B7-4F24-A575-F2388D1F3AC3}" srcOrd="0" destOrd="0" presId="urn:microsoft.com/office/officeart/2016/7/layout/RepeatingBendingProcessNew"/>
    <dgm:cxn modelId="{D3A63C71-AF7E-42E4-80FB-3C92E4D22EAE}" type="presParOf" srcId="{B8A4F6F5-48AB-4459-89D4-0A81F81B4796}" destId="{438533C9-C59A-442C-97EB-EA3B4B6A8AC7}" srcOrd="6" destOrd="0" presId="urn:microsoft.com/office/officeart/2016/7/layout/RepeatingBendingProcessNew"/>
    <dgm:cxn modelId="{7C1C0B17-2020-4691-AFB0-51712E05A017}" type="presParOf" srcId="{B8A4F6F5-48AB-4459-89D4-0A81F81B4796}" destId="{34815732-1EBA-4C54-AD5F-A266650888DA}" srcOrd="7" destOrd="0" presId="urn:microsoft.com/office/officeart/2016/7/layout/RepeatingBendingProcessNew"/>
    <dgm:cxn modelId="{E8305EB0-BFA0-4B57-9604-03468B9E3709}" type="presParOf" srcId="{34815732-1EBA-4C54-AD5F-A266650888DA}" destId="{44D2BB0E-184A-4388-8ED4-576C2068F2F9}" srcOrd="0" destOrd="0" presId="urn:microsoft.com/office/officeart/2016/7/layout/RepeatingBendingProcessNew"/>
    <dgm:cxn modelId="{100B5D59-32BB-41DC-926F-DBAEE18B9C95}" type="presParOf" srcId="{B8A4F6F5-48AB-4459-89D4-0A81F81B4796}" destId="{936FCBD1-F850-4A5D-864A-C262AFAD815B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AA01F1-E15B-4267-A32A-5B89F1EFBB2B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2F8604C-1F3C-475F-8F53-E41C7617199D}">
      <dgm:prSet/>
      <dgm:spPr/>
      <dgm:t>
        <a:bodyPr/>
        <a:lstStyle/>
        <a:p>
          <a:r>
            <a:rPr lang="en-ZA"/>
            <a:t>Prepared training data</a:t>
          </a:r>
          <a:endParaRPr lang="en-US"/>
        </a:p>
      </dgm:t>
    </dgm:pt>
    <dgm:pt modelId="{039DFEC9-1DA6-4424-A507-5791A5B5715D}" type="parTrans" cxnId="{160C1443-47B4-47D4-AAFF-3D04A2C9EE3B}">
      <dgm:prSet/>
      <dgm:spPr/>
      <dgm:t>
        <a:bodyPr/>
        <a:lstStyle/>
        <a:p>
          <a:endParaRPr lang="en-US"/>
        </a:p>
      </dgm:t>
    </dgm:pt>
    <dgm:pt modelId="{15860A83-7439-403B-B793-E2C2294F20FD}" type="sibTrans" cxnId="{160C1443-47B4-47D4-AAFF-3D04A2C9EE3B}">
      <dgm:prSet/>
      <dgm:spPr/>
      <dgm:t>
        <a:bodyPr/>
        <a:lstStyle/>
        <a:p>
          <a:endParaRPr lang="en-US"/>
        </a:p>
      </dgm:t>
    </dgm:pt>
    <dgm:pt modelId="{AEEBDAA5-D34A-4A5A-8EBD-3ACDDB68655E}">
      <dgm:prSet/>
      <dgm:spPr/>
      <dgm:t>
        <a:bodyPr/>
        <a:lstStyle/>
        <a:p>
          <a:r>
            <a:rPr lang="en-ZA"/>
            <a:t>Preprocessing and encoding</a:t>
          </a:r>
          <a:endParaRPr lang="en-US"/>
        </a:p>
      </dgm:t>
    </dgm:pt>
    <dgm:pt modelId="{B452F2BB-8D1D-4D35-A952-59C9710F3054}" type="parTrans" cxnId="{2CF3D7C8-BB25-4C9E-8E79-15DFB0090BDC}">
      <dgm:prSet/>
      <dgm:spPr/>
      <dgm:t>
        <a:bodyPr/>
        <a:lstStyle/>
        <a:p>
          <a:endParaRPr lang="en-US"/>
        </a:p>
      </dgm:t>
    </dgm:pt>
    <dgm:pt modelId="{6AAE5EF9-788D-4EAE-9610-6E89EC4D4D33}" type="sibTrans" cxnId="{2CF3D7C8-BB25-4C9E-8E79-15DFB0090BDC}">
      <dgm:prSet/>
      <dgm:spPr/>
      <dgm:t>
        <a:bodyPr/>
        <a:lstStyle/>
        <a:p>
          <a:endParaRPr lang="en-US"/>
        </a:p>
      </dgm:t>
    </dgm:pt>
    <dgm:pt modelId="{1FF05DFD-7CDB-4E4E-98AC-6FECD662E5DB}">
      <dgm:prSet/>
      <dgm:spPr/>
      <dgm:t>
        <a:bodyPr/>
        <a:lstStyle/>
        <a:p>
          <a:r>
            <a:rPr lang="en-ZA"/>
            <a:t>XGBoost classifier</a:t>
          </a:r>
          <a:endParaRPr lang="en-US"/>
        </a:p>
      </dgm:t>
    </dgm:pt>
    <dgm:pt modelId="{E3DB6650-73E5-4F23-854D-F73C5907A413}" type="parTrans" cxnId="{355F4BE2-7785-4A2C-A655-C622C0DE367E}">
      <dgm:prSet/>
      <dgm:spPr/>
      <dgm:t>
        <a:bodyPr/>
        <a:lstStyle/>
        <a:p>
          <a:endParaRPr lang="en-US"/>
        </a:p>
      </dgm:t>
    </dgm:pt>
    <dgm:pt modelId="{C763492B-C1FB-46A1-BB1A-C1FCAC12CB44}" type="sibTrans" cxnId="{355F4BE2-7785-4A2C-A655-C622C0DE367E}">
      <dgm:prSet/>
      <dgm:spPr/>
      <dgm:t>
        <a:bodyPr/>
        <a:lstStyle/>
        <a:p>
          <a:endParaRPr lang="en-US"/>
        </a:p>
      </dgm:t>
    </dgm:pt>
    <dgm:pt modelId="{B14BD1A4-85FB-4AB8-839A-B12B7754C2E7}">
      <dgm:prSet/>
      <dgm:spPr/>
      <dgm:t>
        <a:bodyPr/>
        <a:lstStyle/>
        <a:p>
          <a:r>
            <a:rPr lang="en-ZA"/>
            <a:t>Validation and threshold selection</a:t>
          </a:r>
          <a:endParaRPr lang="en-US"/>
        </a:p>
      </dgm:t>
    </dgm:pt>
    <dgm:pt modelId="{6117798E-C64B-4462-941E-DC878ECD4039}" type="parTrans" cxnId="{7ECC4C74-D0BD-4532-9081-FA6A562190C4}">
      <dgm:prSet/>
      <dgm:spPr/>
      <dgm:t>
        <a:bodyPr/>
        <a:lstStyle/>
        <a:p>
          <a:endParaRPr lang="en-US"/>
        </a:p>
      </dgm:t>
    </dgm:pt>
    <dgm:pt modelId="{8879E6A0-4D0F-4706-A8CE-D915A1BA9C3A}" type="sibTrans" cxnId="{7ECC4C74-D0BD-4532-9081-FA6A562190C4}">
      <dgm:prSet/>
      <dgm:spPr/>
      <dgm:t>
        <a:bodyPr/>
        <a:lstStyle/>
        <a:p>
          <a:endParaRPr lang="en-US"/>
        </a:p>
      </dgm:t>
    </dgm:pt>
    <dgm:pt modelId="{18DA3F92-13BD-43E8-B047-5544194AB66F}">
      <dgm:prSet/>
      <dgm:spPr/>
      <dgm:t>
        <a:bodyPr/>
        <a:lstStyle/>
        <a:p>
          <a:r>
            <a:rPr lang="en-ZA"/>
            <a:t>Final test evaluation</a:t>
          </a:r>
          <a:endParaRPr lang="en-US"/>
        </a:p>
      </dgm:t>
    </dgm:pt>
    <dgm:pt modelId="{F8AEC863-B239-43BE-A30B-34D28300AC63}" type="parTrans" cxnId="{993C4A67-E722-441B-8F6A-5672061F0774}">
      <dgm:prSet/>
      <dgm:spPr/>
      <dgm:t>
        <a:bodyPr/>
        <a:lstStyle/>
        <a:p>
          <a:endParaRPr lang="en-US"/>
        </a:p>
      </dgm:t>
    </dgm:pt>
    <dgm:pt modelId="{707AE5FD-0A05-4FFD-815F-1AE30C4595D1}" type="sibTrans" cxnId="{993C4A67-E722-441B-8F6A-5672061F0774}">
      <dgm:prSet/>
      <dgm:spPr/>
      <dgm:t>
        <a:bodyPr/>
        <a:lstStyle/>
        <a:p>
          <a:endParaRPr lang="en-US"/>
        </a:p>
      </dgm:t>
    </dgm:pt>
    <dgm:pt modelId="{6C3E02B1-F31C-42F4-B0A4-F6E14A96C5F7}" type="pres">
      <dgm:prSet presAssocID="{C9AA01F1-E15B-4267-A32A-5B89F1EFBB2B}" presName="vert0" presStyleCnt="0">
        <dgm:presLayoutVars>
          <dgm:dir/>
          <dgm:animOne val="branch"/>
          <dgm:animLvl val="lvl"/>
        </dgm:presLayoutVars>
      </dgm:prSet>
      <dgm:spPr/>
    </dgm:pt>
    <dgm:pt modelId="{FE4A7F42-0CFB-4927-8F64-DF1769E8903F}" type="pres">
      <dgm:prSet presAssocID="{12F8604C-1F3C-475F-8F53-E41C7617199D}" presName="thickLine" presStyleLbl="alignNode1" presStyleIdx="0" presStyleCnt="5"/>
      <dgm:spPr/>
    </dgm:pt>
    <dgm:pt modelId="{50112E4C-CA37-4B3B-BD6B-015009ED5A82}" type="pres">
      <dgm:prSet presAssocID="{12F8604C-1F3C-475F-8F53-E41C7617199D}" presName="horz1" presStyleCnt="0"/>
      <dgm:spPr/>
    </dgm:pt>
    <dgm:pt modelId="{E585E964-30BF-42D2-9F6C-55D663DAF9FA}" type="pres">
      <dgm:prSet presAssocID="{12F8604C-1F3C-475F-8F53-E41C7617199D}" presName="tx1" presStyleLbl="revTx" presStyleIdx="0" presStyleCnt="5"/>
      <dgm:spPr/>
    </dgm:pt>
    <dgm:pt modelId="{BF7B8571-66AD-45AE-A8AE-E105E0C5BB6B}" type="pres">
      <dgm:prSet presAssocID="{12F8604C-1F3C-475F-8F53-E41C7617199D}" presName="vert1" presStyleCnt="0"/>
      <dgm:spPr/>
    </dgm:pt>
    <dgm:pt modelId="{AD9438EA-F2AE-4D7D-AC0C-7FF52AE4752C}" type="pres">
      <dgm:prSet presAssocID="{AEEBDAA5-D34A-4A5A-8EBD-3ACDDB68655E}" presName="thickLine" presStyleLbl="alignNode1" presStyleIdx="1" presStyleCnt="5"/>
      <dgm:spPr/>
    </dgm:pt>
    <dgm:pt modelId="{18E3E501-CDCB-4431-90AA-5A7AE65AE8AC}" type="pres">
      <dgm:prSet presAssocID="{AEEBDAA5-D34A-4A5A-8EBD-3ACDDB68655E}" presName="horz1" presStyleCnt="0"/>
      <dgm:spPr/>
    </dgm:pt>
    <dgm:pt modelId="{3B9D5230-81FE-4192-B9A8-F895393EFD80}" type="pres">
      <dgm:prSet presAssocID="{AEEBDAA5-D34A-4A5A-8EBD-3ACDDB68655E}" presName="tx1" presStyleLbl="revTx" presStyleIdx="1" presStyleCnt="5"/>
      <dgm:spPr/>
    </dgm:pt>
    <dgm:pt modelId="{3EDDA0BB-6A4A-4809-A4DC-FF7440B0B7B5}" type="pres">
      <dgm:prSet presAssocID="{AEEBDAA5-D34A-4A5A-8EBD-3ACDDB68655E}" presName="vert1" presStyleCnt="0"/>
      <dgm:spPr/>
    </dgm:pt>
    <dgm:pt modelId="{F340E4F0-61E3-4941-943E-B269F9872702}" type="pres">
      <dgm:prSet presAssocID="{1FF05DFD-7CDB-4E4E-98AC-6FECD662E5DB}" presName="thickLine" presStyleLbl="alignNode1" presStyleIdx="2" presStyleCnt="5"/>
      <dgm:spPr/>
    </dgm:pt>
    <dgm:pt modelId="{302417F6-F0BC-4B97-BC1C-F3286705815E}" type="pres">
      <dgm:prSet presAssocID="{1FF05DFD-7CDB-4E4E-98AC-6FECD662E5DB}" presName="horz1" presStyleCnt="0"/>
      <dgm:spPr/>
    </dgm:pt>
    <dgm:pt modelId="{C23B784B-BF46-48D9-880C-3587C0C1293E}" type="pres">
      <dgm:prSet presAssocID="{1FF05DFD-7CDB-4E4E-98AC-6FECD662E5DB}" presName="tx1" presStyleLbl="revTx" presStyleIdx="2" presStyleCnt="5"/>
      <dgm:spPr/>
    </dgm:pt>
    <dgm:pt modelId="{1FC6B479-9CCA-467D-9E8B-695C3CA1A6A4}" type="pres">
      <dgm:prSet presAssocID="{1FF05DFD-7CDB-4E4E-98AC-6FECD662E5DB}" presName="vert1" presStyleCnt="0"/>
      <dgm:spPr/>
    </dgm:pt>
    <dgm:pt modelId="{EF693595-B325-472E-B8FD-57244C7E0C3B}" type="pres">
      <dgm:prSet presAssocID="{B14BD1A4-85FB-4AB8-839A-B12B7754C2E7}" presName="thickLine" presStyleLbl="alignNode1" presStyleIdx="3" presStyleCnt="5"/>
      <dgm:spPr/>
    </dgm:pt>
    <dgm:pt modelId="{F7D3AAEB-A782-49DC-92B3-7CCB914F2D39}" type="pres">
      <dgm:prSet presAssocID="{B14BD1A4-85FB-4AB8-839A-B12B7754C2E7}" presName="horz1" presStyleCnt="0"/>
      <dgm:spPr/>
    </dgm:pt>
    <dgm:pt modelId="{7AF19F9C-9984-4697-AB28-6C7E1D1BE020}" type="pres">
      <dgm:prSet presAssocID="{B14BD1A4-85FB-4AB8-839A-B12B7754C2E7}" presName="tx1" presStyleLbl="revTx" presStyleIdx="3" presStyleCnt="5"/>
      <dgm:spPr/>
    </dgm:pt>
    <dgm:pt modelId="{5E2D19CE-77DB-4DE5-BF53-862BBF0275F7}" type="pres">
      <dgm:prSet presAssocID="{B14BD1A4-85FB-4AB8-839A-B12B7754C2E7}" presName="vert1" presStyleCnt="0"/>
      <dgm:spPr/>
    </dgm:pt>
    <dgm:pt modelId="{EB32EAC7-5CC2-40F8-8C4A-6B186E2D5748}" type="pres">
      <dgm:prSet presAssocID="{18DA3F92-13BD-43E8-B047-5544194AB66F}" presName="thickLine" presStyleLbl="alignNode1" presStyleIdx="4" presStyleCnt="5"/>
      <dgm:spPr/>
    </dgm:pt>
    <dgm:pt modelId="{21A254F8-A894-4DEC-BAE7-1F13E74E3692}" type="pres">
      <dgm:prSet presAssocID="{18DA3F92-13BD-43E8-B047-5544194AB66F}" presName="horz1" presStyleCnt="0"/>
      <dgm:spPr/>
    </dgm:pt>
    <dgm:pt modelId="{64C58855-601D-4596-8CD7-481CF4B92560}" type="pres">
      <dgm:prSet presAssocID="{18DA3F92-13BD-43E8-B047-5544194AB66F}" presName="tx1" presStyleLbl="revTx" presStyleIdx="4" presStyleCnt="5"/>
      <dgm:spPr/>
    </dgm:pt>
    <dgm:pt modelId="{AEA74227-F2A6-42EA-8BE3-E13C0112B10A}" type="pres">
      <dgm:prSet presAssocID="{18DA3F92-13BD-43E8-B047-5544194AB66F}" presName="vert1" presStyleCnt="0"/>
      <dgm:spPr/>
    </dgm:pt>
  </dgm:ptLst>
  <dgm:cxnLst>
    <dgm:cxn modelId="{2A1CBD42-13EF-4D91-BC19-B6EA325C3E3B}" type="presOf" srcId="{12F8604C-1F3C-475F-8F53-E41C7617199D}" destId="{E585E964-30BF-42D2-9F6C-55D663DAF9FA}" srcOrd="0" destOrd="0" presId="urn:microsoft.com/office/officeart/2008/layout/LinedList"/>
    <dgm:cxn modelId="{160C1443-47B4-47D4-AAFF-3D04A2C9EE3B}" srcId="{C9AA01F1-E15B-4267-A32A-5B89F1EFBB2B}" destId="{12F8604C-1F3C-475F-8F53-E41C7617199D}" srcOrd="0" destOrd="0" parTransId="{039DFEC9-1DA6-4424-A507-5791A5B5715D}" sibTransId="{15860A83-7439-403B-B793-E2C2294F20FD}"/>
    <dgm:cxn modelId="{BA3FC063-48E3-4FE5-958C-C34D9D44665F}" type="presOf" srcId="{B14BD1A4-85FB-4AB8-839A-B12B7754C2E7}" destId="{7AF19F9C-9984-4697-AB28-6C7E1D1BE020}" srcOrd="0" destOrd="0" presId="urn:microsoft.com/office/officeart/2008/layout/LinedList"/>
    <dgm:cxn modelId="{993C4A67-E722-441B-8F6A-5672061F0774}" srcId="{C9AA01F1-E15B-4267-A32A-5B89F1EFBB2B}" destId="{18DA3F92-13BD-43E8-B047-5544194AB66F}" srcOrd="4" destOrd="0" parTransId="{F8AEC863-B239-43BE-A30B-34D28300AC63}" sibTransId="{707AE5FD-0A05-4FFD-815F-1AE30C4595D1}"/>
    <dgm:cxn modelId="{35CB6F47-31BC-4762-BFC1-40690976560A}" type="presOf" srcId="{18DA3F92-13BD-43E8-B047-5544194AB66F}" destId="{64C58855-601D-4596-8CD7-481CF4B92560}" srcOrd="0" destOrd="0" presId="urn:microsoft.com/office/officeart/2008/layout/LinedList"/>
    <dgm:cxn modelId="{7ECC4C74-D0BD-4532-9081-FA6A562190C4}" srcId="{C9AA01F1-E15B-4267-A32A-5B89F1EFBB2B}" destId="{B14BD1A4-85FB-4AB8-839A-B12B7754C2E7}" srcOrd="3" destOrd="0" parTransId="{6117798E-C64B-4462-941E-DC878ECD4039}" sibTransId="{8879E6A0-4D0F-4706-A8CE-D915A1BA9C3A}"/>
    <dgm:cxn modelId="{0165E67B-C14E-44A5-B2E6-3E36F88798D1}" type="presOf" srcId="{1FF05DFD-7CDB-4E4E-98AC-6FECD662E5DB}" destId="{C23B784B-BF46-48D9-880C-3587C0C1293E}" srcOrd="0" destOrd="0" presId="urn:microsoft.com/office/officeart/2008/layout/LinedList"/>
    <dgm:cxn modelId="{6C8EA393-243A-4965-A7F8-FC2CE624BF52}" type="presOf" srcId="{C9AA01F1-E15B-4267-A32A-5B89F1EFBB2B}" destId="{6C3E02B1-F31C-42F4-B0A4-F6E14A96C5F7}" srcOrd="0" destOrd="0" presId="urn:microsoft.com/office/officeart/2008/layout/LinedList"/>
    <dgm:cxn modelId="{769377B8-1BCC-4F83-B0FC-2D166750E4EB}" type="presOf" srcId="{AEEBDAA5-D34A-4A5A-8EBD-3ACDDB68655E}" destId="{3B9D5230-81FE-4192-B9A8-F895393EFD80}" srcOrd="0" destOrd="0" presId="urn:microsoft.com/office/officeart/2008/layout/LinedList"/>
    <dgm:cxn modelId="{2CF3D7C8-BB25-4C9E-8E79-15DFB0090BDC}" srcId="{C9AA01F1-E15B-4267-A32A-5B89F1EFBB2B}" destId="{AEEBDAA5-D34A-4A5A-8EBD-3ACDDB68655E}" srcOrd="1" destOrd="0" parTransId="{B452F2BB-8D1D-4D35-A952-59C9710F3054}" sibTransId="{6AAE5EF9-788D-4EAE-9610-6E89EC4D4D33}"/>
    <dgm:cxn modelId="{355F4BE2-7785-4A2C-A655-C622C0DE367E}" srcId="{C9AA01F1-E15B-4267-A32A-5B89F1EFBB2B}" destId="{1FF05DFD-7CDB-4E4E-98AC-6FECD662E5DB}" srcOrd="2" destOrd="0" parTransId="{E3DB6650-73E5-4F23-854D-F73C5907A413}" sibTransId="{C763492B-C1FB-46A1-BB1A-C1FCAC12CB44}"/>
    <dgm:cxn modelId="{4B6DF447-326D-4CD0-B09C-C73FE207CF78}" type="presParOf" srcId="{6C3E02B1-F31C-42F4-B0A4-F6E14A96C5F7}" destId="{FE4A7F42-0CFB-4927-8F64-DF1769E8903F}" srcOrd="0" destOrd="0" presId="urn:microsoft.com/office/officeart/2008/layout/LinedList"/>
    <dgm:cxn modelId="{F934993B-D7E8-494C-906A-FB2E3BFAE3F3}" type="presParOf" srcId="{6C3E02B1-F31C-42F4-B0A4-F6E14A96C5F7}" destId="{50112E4C-CA37-4B3B-BD6B-015009ED5A82}" srcOrd="1" destOrd="0" presId="urn:microsoft.com/office/officeart/2008/layout/LinedList"/>
    <dgm:cxn modelId="{0CB9F003-AF87-4F9A-8635-FD0A0BFD6DE2}" type="presParOf" srcId="{50112E4C-CA37-4B3B-BD6B-015009ED5A82}" destId="{E585E964-30BF-42D2-9F6C-55D663DAF9FA}" srcOrd="0" destOrd="0" presId="urn:microsoft.com/office/officeart/2008/layout/LinedList"/>
    <dgm:cxn modelId="{8C3C4466-8B63-4BBA-8D33-60A6441D3673}" type="presParOf" srcId="{50112E4C-CA37-4B3B-BD6B-015009ED5A82}" destId="{BF7B8571-66AD-45AE-A8AE-E105E0C5BB6B}" srcOrd="1" destOrd="0" presId="urn:microsoft.com/office/officeart/2008/layout/LinedList"/>
    <dgm:cxn modelId="{F0799FC0-141D-48DA-B1D6-44412F1D2583}" type="presParOf" srcId="{6C3E02B1-F31C-42F4-B0A4-F6E14A96C5F7}" destId="{AD9438EA-F2AE-4D7D-AC0C-7FF52AE4752C}" srcOrd="2" destOrd="0" presId="urn:microsoft.com/office/officeart/2008/layout/LinedList"/>
    <dgm:cxn modelId="{8543B02C-FE28-4D38-A281-106D431F02DD}" type="presParOf" srcId="{6C3E02B1-F31C-42F4-B0A4-F6E14A96C5F7}" destId="{18E3E501-CDCB-4431-90AA-5A7AE65AE8AC}" srcOrd="3" destOrd="0" presId="urn:microsoft.com/office/officeart/2008/layout/LinedList"/>
    <dgm:cxn modelId="{19D38A57-1015-48D4-8217-4D8BE77898FB}" type="presParOf" srcId="{18E3E501-CDCB-4431-90AA-5A7AE65AE8AC}" destId="{3B9D5230-81FE-4192-B9A8-F895393EFD80}" srcOrd="0" destOrd="0" presId="urn:microsoft.com/office/officeart/2008/layout/LinedList"/>
    <dgm:cxn modelId="{7C4FB7CB-3E02-4DAC-9A55-053151F4CE57}" type="presParOf" srcId="{18E3E501-CDCB-4431-90AA-5A7AE65AE8AC}" destId="{3EDDA0BB-6A4A-4809-A4DC-FF7440B0B7B5}" srcOrd="1" destOrd="0" presId="urn:microsoft.com/office/officeart/2008/layout/LinedList"/>
    <dgm:cxn modelId="{6162389C-F43F-458C-AFC5-2AA043B271DE}" type="presParOf" srcId="{6C3E02B1-F31C-42F4-B0A4-F6E14A96C5F7}" destId="{F340E4F0-61E3-4941-943E-B269F9872702}" srcOrd="4" destOrd="0" presId="urn:microsoft.com/office/officeart/2008/layout/LinedList"/>
    <dgm:cxn modelId="{8B8A8B8E-00B8-4C79-8B10-81C43B5DF56F}" type="presParOf" srcId="{6C3E02B1-F31C-42F4-B0A4-F6E14A96C5F7}" destId="{302417F6-F0BC-4B97-BC1C-F3286705815E}" srcOrd="5" destOrd="0" presId="urn:microsoft.com/office/officeart/2008/layout/LinedList"/>
    <dgm:cxn modelId="{784086F6-01EF-4BF8-B688-09058FC89E7F}" type="presParOf" srcId="{302417F6-F0BC-4B97-BC1C-F3286705815E}" destId="{C23B784B-BF46-48D9-880C-3587C0C1293E}" srcOrd="0" destOrd="0" presId="urn:microsoft.com/office/officeart/2008/layout/LinedList"/>
    <dgm:cxn modelId="{CDE2005A-D9A8-4484-9654-49B671EF0DF0}" type="presParOf" srcId="{302417F6-F0BC-4B97-BC1C-F3286705815E}" destId="{1FC6B479-9CCA-467D-9E8B-695C3CA1A6A4}" srcOrd="1" destOrd="0" presId="urn:microsoft.com/office/officeart/2008/layout/LinedList"/>
    <dgm:cxn modelId="{735EEE2E-6B26-4C76-94FD-6482092E1A0A}" type="presParOf" srcId="{6C3E02B1-F31C-42F4-B0A4-F6E14A96C5F7}" destId="{EF693595-B325-472E-B8FD-57244C7E0C3B}" srcOrd="6" destOrd="0" presId="urn:microsoft.com/office/officeart/2008/layout/LinedList"/>
    <dgm:cxn modelId="{2F1DAFC3-545D-4978-B6DB-246EE279C742}" type="presParOf" srcId="{6C3E02B1-F31C-42F4-B0A4-F6E14A96C5F7}" destId="{F7D3AAEB-A782-49DC-92B3-7CCB914F2D39}" srcOrd="7" destOrd="0" presId="urn:microsoft.com/office/officeart/2008/layout/LinedList"/>
    <dgm:cxn modelId="{079E2EBC-08D2-492D-9D7E-748A0733C851}" type="presParOf" srcId="{F7D3AAEB-A782-49DC-92B3-7CCB914F2D39}" destId="{7AF19F9C-9984-4697-AB28-6C7E1D1BE020}" srcOrd="0" destOrd="0" presId="urn:microsoft.com/office/officeart/2008/layout/LinedList"/>
    <dgm:cxn modelId="{2B151866-13D3-4780-BCF1-AB4735EE10E5}" type="presParOf" srcId="{F7D3AAEB-A782-49DC-92B3-7CCB914F2D39}" destId="{5E2D19CE-77DB-4DE5-BF53-862BBF0275F7}" srcOrd="1" destOrd="0" presId="urn:microsoft.com/office/officeart/2008/layout/LinedList"/>
    <dgm:cxn modelId="{1163561C-0E96-492E-A85F-212D48BE8273}" type="presParOf" srcId="{6C3E02B1-F31C-42F4-B0A4-F6E14A96C5F7}" destId="{EB32EAC7-5CC2-40F8-8C4A-6B186E2D5748}" srcOrd="8" destOrd="0" presId="urn:microsoft.com/office/officeart/2008/layout/LinedList"/>
    <dgm:cxn modelId="{9A5BF070-915A-4B85-96F7-59EB35E1AD7B}" type="presParOf" srcId="{6C3E02B1-F31C-42F4-B0A4-F6E14A96C5F7}" destId="{21A254F8-A894-4DEC-BAE7-1F13E74E3692}" srcOrd="9" destOrd="0" presId="urn:microsoft.com/office/officeart/2008/layout/LinedList"/>
    <dgm:cxn modelId="{7B81FFDC-841B-4F51-BFC2-D254FB6B8D37}" type="presParOf" srcId="{21A254F8-A894-4DEC-BAE7-1F13E74E3692}" destId="{64C58855-601D-4596-8CD7-481CF4B92560}" srcOrd="0" destOrd="0" presId="urn:microsoft.com/office/officeart/2008/layout/LinedList"/>
    <dgm:cxn modelId="{4650F751-D58C-4F0F-BB52-30F045F501DD}" type="presParOf" srcId="{21A254F8-A894-4DEC-BAE7-1F13E74E3692}" destId="{AEA74227-F2A6-42EA-8BE3-E13C0112B10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C0C9F8-4A4C-4787-AF64-08C405F071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45EFB2A-4958-4058-8B41-071A1578019E}">
      <dgm:prSet/>
      <dgm:spPr/>
      <dgm:t>
        <a:bodyPr/>
        <a:lstStyle/>
        <a:p>
          <a:r>
            <a:rPr lang="en-ZA"/>
            <a:t>Primary model: XGBoost shallow configuration.</a:t>
          </a:r>
          <a:endParaRPr lang="en-US"/>
        </a:p>
      </dgm:t>
    </dgm:pt>
    <dgm:pt modelId="{42C542DD-A92A-4A40-8547-3A66527C61CA}" type="parTrans" cxnId="{E4DECEB2-1435-4251-B066-D933632BAF72}">
      <dgm:prSet/>
      <dgm:spPr/>
      <dgm:t>
        <a:bodyPr/>
        <a:lstStyle/>
        <a:p>
          <a:endParaRPr lang="en-US"/>
        </a:p>
      </dgm:t>
    </dgm:pt>
    <dgm:pt modelId="{04F34B21-D5FB-4C4A-8618-E9EBDE3BC090}" type="sibTrans" cxnId="{E4DECEB2-1435-4251-B066-D933632BAF72}">
      <dgm:prSet/>
      <dgm:spPr/>
      <dgm:t>
        <a:bodyPr/>
        <a:lstStyle/>
        <a:p>
          <a:endParaRPr lang="en-US"/>
        </a:p>
      </dgm:t>
    </dgm:pt>
    <dgm:pt modelId="{9654B954-1D09-44A9-803A-7E9300F139D7}">
      <dgm:prSet/>
      <dgm:spPr/>
      <dgm:t>
        <a:bodyPr/>
        <a:lstStyle/>
        <a:p>
          <a:r>
            <a:rPr lang="en-ZA"/>
            <a:t>Reference models: dummy classifier.</a:t>
          </a:r>
          <a:endParaRPr lang="en-US"/>
        </a:p>
      </dgm:t>
    </dgm:pt>
    <dgm:pt modelId="{CDDE6908-EFAA-4477-9082-F0D544BB6054}" type="parTrans" cxnId="{158C97FA-C2B6-489A-8038-52100C44BE54}">
      <dgm:prSet/>
      <dgm:spPr/>
      <dgm:t>
        <a:bodyPr/>
        <a:lstStyle/>
        <a:p>
          <a:endParaRPr lang="en-US"/>
        </a:p>
      </dgm:t>
    </dgm:pt>
    <dgm:pt modelId="{B9826C77-FB2F-4ADE-9B41-9544278717A3}" type="sibTrans" cxnId="{158C97FA-C2B6-489A-8038-52100C44BE54}">
      <dgm:prSet/>
      <dgm:spPr/>
      <dgm:t>
        <a:bodyPr/>
        <a:lstStyle/>
        <a:p>
          <a:endParaRPr lang="en-US"/>
        </a:p>
      </dgm:t>
    </dgm:pt>
    <dgm:pt modelId="{23096863-1014-4E91-8DC6-1C33B7164B5B}">
      <dgm:prSet/>
      <dgm:spPr/>
      <dgm:t>
        <a:bodyPr/>
        <a:lstStyle/>
        <a:p>
          <a:r>
            <a:rPr lang="en-ZA"/>
            <a:t>Primary selection metric: validation average precision.</a:t>
          </a:r>
          <a:endParaRPr lang="en-US"/>
        </a:p>
      </dgm:t>
    </dgm:pt>
    <dgm:pt modelId="{C5BCBAE4-E20C-4063-AA65-8B1A56045A74}" type="parTrans" cxnId="{1ED4A9AE-4721-4C42-97BB-BB65BEB611B8}">
      <dgm:prSet/>
      <dgm:spPr/>
      <dgm:t>
        <a:bodyPr/>
        <a:lstStyle/>
        <a:p>
          <a:endParaRPr lang="en-US"/>
        </a:p>
      </dgm:t>
    </dgm:pt>
    <dgm:pt modelId="{06F2D7B2-3318-4049-9722-CFDB5530B1B7}" type="sibTrans" cxnId="{1ED4A9AE-4721-4C42-97BB-BB65BEB611B8}">
      <dgm:prSet/>
      <dgm:spPr/>
      <dgm:t>
        <a:bodyPr/>
        <a:lstStyle/>
        <a:p>
          <a:endParaRPr lang="en-US"/>
        </a:p>
      </dgm:t>
    </dgm:pt>
    <dgm:pt modelId="{1BB9ECD8-81E9-4B85-AE64-BDA44B3E44A3}">
      <dgm:prSet/>
      <dgm:spPr/>
      <dgm:t>
        <a:bodyPr/>
        <a:lstStyle/>
        <a:p>
          <a:r>
            <a:rPr lang="en-ZA"/>
            <a:t>Classification threshold: selected using validation F1.</a:t>
          </a:r>
          <a:endParaRPr lang="en-US"/>
        </a:p>
      </dgm:t>
    </dgm:pt>
    <dgm:pt modelId="{59A0C34D-1115-46C5-A0ED-78FF042E69EC}" type="parTrans" cxnId="{08DCE5F7-8706-47CE-914E-142B44675F2F}">
      <dgm:prSet/>
      <dgm:spPr/>
      <dgm:t>
        <a:bodyPr/>
        <a:lstStyle/>
        <a:p>
          <a:endParaRPr lang="en-US"/>
        </a:p>
      </dgm:t>
    </dgm:pt>
    <dgm:pt modelId="{F63A3D88-4068-4190-80AC-36236669EA14}" type="sibTrans" cxnId="{08DCE5F7-8706-47CE-914E-142B44675F2F}">
      <dgm:prSet/>
      <dgm:spPr/>
      <dgm:t>
        <a:bodyPr/>
        <a:lstStyle/>
        <a:p>
          <a:endParaRPr lang="en-US"/>
        </a:p>
      </dgm:t>
    </dgm:pt>
    <dgm:pt modelId="{69ACE14E-1E18-4162-9359-F2A09EF547FC}">
      <dgm:prSet/>
      <dgm:spPr/>
      <dgm:t>
        <a:bodyPr/>
        <a:lstStyle/>
        <a:p>
          <a:r>
            <a:rPr lang="en-ZA"/>
            <a:t>Final evaluation: untouched chronological test set.</a:t>
          </a:r>
          <a:endParaRPr lang="en-US"/>
        </a:p>
      </dgm:t>
    </dgm:pt>
    <dgm:pt modelId="{F41DCE11-0C05-4D5E-A6BD-0F619DC3A735}" type="parTrans" cxnId="{20490996-2E84-4712-87DA-225D98894D88}">
      <dgm:prSet/>
      <dgm:spPr/>
      <dgm:t>
        <a:bodyPr/>
        <a:lstStyle/>
        <a:p>
          <a:endParaRPr lang="en-US"/>
        </a:p>
      </dgm:t>
    </dgm:pt>
    <dgm:pt modelId="{E2A0198E-2F26-4913-A739-D2D616B2CD7E}" type="sibTrans" cxnId="{20490996-2E84-4712-87DA-225D98894D88}">
      <dgm:prSet/>
      <dgm:spPr/>
      <dgm:t>
        <a:bodyPr/>
        <a:lstStyle/>
        <a:p>
          <a:endParaRPr lang="en-US"/>
        </a:p>
      </dgm:t>
    </dgm:pt>
    <dgm:pt modelId="{2A16DEE3-7B27-4F8B-A185-2ADEF96E4F5A}" type="pres">
      <dgm:prSet presAssocID="{3AC0C9F8-4A4C-4787-AF64-08C405F07160}" presName="linear" presStyleCnt="0">
        <dgm:presLayoutVars>
          <dgm:animLvl val="lvl"/>
          <dgm:resizeHandles val="exact"/>
        </dgm:presLayoutVars>
      </dgm:prSet>
      <dgm:spPr/>
    </dgm:pt>
    <dgm:pt modelId="{0B04556E-00EB-4586-87A6-39A6D0F2949E}" type="pres">
      <dgm:prSet presAssocID="{B45EFB2A-4958-4058-8B41-071A1578019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7E69D4C-8F88-4FAA-ACD9-424D3F64335B}" type="pres">
      <dgm:prSet presAssocID="{04F34B21-D5FB-4C4A-8618-E9EBDE3BC090}" presName="spacer" presStyleCnt="0"/>
      <dgm:spPr/>
    </dgm:pt>
    <dgm:pt modelId="{84EE2FBD-68DD-4F64-9A64-91CE352B1934}" type="pres">
      <dgm:prSet presAssocID="{9654B954-1D09-44A9-803A-7E9300F139D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5AA6AD2-ADAE-48AB-B82E-73CEACD72139}" type="pres">
      <dgm:prSet presAssocID="{B9826C77-FB2F-4ADE-9B41-9544278717A3}" presName="spacer" presStyleCnt="0"/>
      <dgm:spPr/>
    </dgm:pt>
    <dgm:pt modelId="{167579C6-7242-49AE-97A1-344282954157}" type="pres">
      <dgm:prSet presAssocID="{23096863-1014-4E91-8DC6-1C33B7164B5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7B930BB-27C8-464C-B9D3-EFF596DF5B7B}" type="pres">
      <dgm:prSet presAssocID="{06F2D7B2-3318-4049-9722-CFDB5530B1B7}" presName="spacer" presStyleCnt="0"/>
      <dgm:spPr/>
    </dgm:pt>
    <dgm:pt modelId="{74B9A4CD-C98D-4384-A7E0-DFCD8A6C637A}" type="pres">
      <dgm:prSet presAssocID="{1BB9ECD8-81E9-4B85-AE64-BDA44B3E44A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3D0C930-994B-4FB4-9A4B-5142A889DF3C}" type="pres">
      <dgm:prSet presAssocID="{F63A3D88-4068-4190-80AC-36236669EA14}" presName="spacer" presStyleCnt="0"/>
      <dgm:spPr/>
    </dgm:pt>
    <dgm:pt modelId="{058981F7-F5BE-4DBD-A27A-E286C85D3737}" type="pres">
      <dgm:prSet presAssocID="{69ACE14E-1E18-4162-9359-F2A09EF547F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32EFE05-9F13-4536-B445-90BAEA11B672}" type="presOf" srcId="{B45EFB2A-4958-4058-8B41-071A1578019E}" destId="{0B04556E-00EB-4586-87A6-39A6D0F2949E}" srcOrd="0" destOrd="0" presId="urn:microsoft.com/office/officeart/2005/8/layout/vList2"/>
    <dgm:cxn modelId="{A8DF5036-B0D1-4ED6-B45B-30C4E785E2F8}" type="presOf" srcId="{9654B954-1D09-44A9-803A-7E9300F139D7}" destId="{84EE2FBD-68DD-4F64-9A64-91CE352B1934}" srcOrd="0" destOrd="0" presId="urn:microsoft.com/office/officeart/2005/8/layout/vList2"/>
    <dgm:cxn modelId="{447F8049-62C7-4DA1-A5E1-716F3A0BDD17}" type="presOf" srcId="{3AC0C9F8-4A4C-4787-AF64-08C405F07160}" destId="{2A16DEE3-7B27-4F8B-A185-2ADEF96E4F5A}" srcOrd="0" destOrd="0" presId="urn:microsoft.com/office/officeart/2005/8/layout/vList2"/>
    <dgm:cxn modelId="{20490996-2E84-4712-87DA-225D98894D88}" srcId="{3AC0C9F8-4A4C-4787-AF64-08C405F07160}" destId="{69ACE14E-1E18-4162-9359-F2A09EF547FC}" srcOrd="4" destOrd="0" parTransId="{F41DCE11-0C05-4D5E-A6BD-0F619DC3A735}" sibTransId="{E2A0198E-2F26-4913-A739-D2D616B2CD7E}"/>
    <dgm:cxn modelId="{39AAD8AB-862B-4EBC-BA8D-CA012877268A}" type="presOf" srcId="{69ACE14E-1E18-4162-9359-F2A09EF547FC}" destId="{058981F7-F5BE-4DBD-A27A-E286C85D3737}" srcOrd="0" destOrd="0" presId="urn:microsoft.com/office/officeart/2005/8/layout/vList2"/>
    <dgm:cxn modelId="{1ED4A9AE-4721-4C42-97BB-BB65BEB611B8}" srcId="{3AC0C9F8-4A4C-4787-AF64-08C405F07160}" destId="{23096863-1014-4E91-8DC6-1C33B7164B5B}" srcOrd="2" destOrd="0" parTransId="{C5BCBAE4-E20C-4063-AA65-8B1A56045A74}" sibTransId="{06F2D7B2-3318-4049-9722-CFDB5530B1B7}"/>
    <dgm:cxn modelId="{E4DECEB2-1435-4251-B066-D933632BAF72}" srcId="{3AC0C9F8-4A4C-4787-AF64-08C405F07160}" destId="{B45EFB2A-4958-4058-8B41-071A1578019E}" srcOrd="0" destOrd="0" parTransId="{42C542DD-A92A-4A40-8547-3A66527C61CA}" sibTransId="{04F34B21-D5FB-4C4A-8618-E9EBDE3BC090}"/>
    <dgm:cxn modelId="{E3C8DECF-3FB6-4CE7-AF07-579F2C913644}" type="presOf" srcId="{23096863-1014-4E91-8DC6-1C33B7164B5B}" destId="{167579C6-7242-49AE-97A1-344282954157}" srcOrd="0" destOrd="0" presId="urn:microsoft.com/office/officeart/2005/8/layout/vList2"/>
    <dgm:cxn modelId="{4A32F1D0-4C2F-4943-AC0C-B211695CF37F}" type="presOf" srcId="{1BB9ECD8-81E9-4B85-AE64-BDA44B3E44A3}" destId="{74B9A4CD-C98D-4384-A7E0-DFCD8A6C637A}" srcOrd="0" destOrd="0" presId="urn:microsoft.com/office/officeart/2005/8/layout/vList2"/>
    <dgm:cxn modelId="{08DCE5F7-8706-47CE-914E-142B44675F2F}" srcId="{3AC0C9F8-4A4C-4787-AF64-08C405F07160}" destId="{1BB9ECD8-81E9-4B85-AE64-BDA44B3E44A3}" srcOrd="3" destOrd="0" parTransId="{59A0C34D-1115-46C5-A0ED-78FF042E69EC}" sibTransId="{F63A3D88-4068-4190-80AC-36236669EA14}"/>
    <dgm:cxn modelId="{158C97FA-C2B6-489A-8038-52100C44BE54}" srcId="{3AC0C9F8-4A4C-4787-AF64-08C405F07160}" destId="{9654B954-1D09-44A9-803A-7E9300F139D7}" srcOrd="1" destOrd="0" parTransId="{CDDE6908-EFAA-4477-9082-F0D544BB6054}" sibTransId="{B9826C77-FB2F-4ADE-9B41-9544278717A3}"/>
    <dgm:cxn modelId="{F4066358-CBBD-48A3-AA0E-D78D5B9C9954}" type="presParOf" srcId="{2A16DEE3-7B27-4F8B-A185-2ADEF96E4F5A}" destId="{0B04556E-00EB-4586-87A6-39A6D0F2949E}" srcOrd="0" destOrd="0" presId="urn:microsoft.com/office/officeart/2005/8/layout/vList2"/>
    <dgm:cxn modelId="{222DAD7A-0326-49D8-88F3-9D07EE28CF1E}" type="presParOf" srcId="{2A16DEE3-7B27-4F8B-A185-2ADEF96E4F5A}" destId="{E7E69D4C-8F88-4FAA-ACD9-424D3F64335B}" srcOrd="1" destOrd="0" presId="urn:microsoft.com/office/officeart/2005/8/layout/vList2"/>
    <dgm:cxn modelId="{3D98451C-6FD1-4907-A8BD-10CCA990F4C9}" type="presParOf" srcId="{2A16DEE3-7B27-4F8B-A185-2ADEF96E4F5A}" destId="{84EE2FBD-68DD-4F64-9A64-91CE352B1934}" srcOrd="2" destOrd="0" presId="urn:microsoft.com/office/officeart/2005/8/layout/vList2"/>
    <dgm:cxn modelId="{75576529-7386-4C74-A23E-0C80790E759E}" type="presParOf" srcId="{2A16DEE3-7B27-4F8B-A185-2ADEF96E4F5A}" destId="{B5AA6AD2-ADAE-48AB-B82E-73CEACD72139}" srcOrd="3" destOrd="0" presId="urn:microsoft.com/office/officeart/2005/8/layout/vList2"/>
    <dgm:cxn modelId="{73C7D298-F41B-45B2-8055-3E01DB0E2297}" type="presParOf" srcId="{2A16DEE3-7B27-4F8B-A185-2ADEF96E4F5A}" destId="{167579C6-7242-49AE-97A1-344282954157}" srcOrd="4" destOrd="0" presId="urn:microsoft.com/office/officeart/2005/8/layout/vList2"/>
    <dgm:cxn modelId="{D6FC4423-736F-4E86-A0C5-0F94F1D4D540}" type="presParOf" srcId="{2A16DEE3-7B27-4F8B-A185-2ADEF96E4F5A}" destId="{47B930BB-27C8-464C-B9D3-EFF596DF5B7B}" srcOrd="5" destOrd="0" presId="urn:microsoft.com/office/officeart/2005/8/layout/vList2"/>
    <dgm:cxn modelId="{2078CF94-9B15-4943-9FF0-EC61EDE2D621}" type="presParOf" srcId="{2A16DEE3-7B27-4F8B-A185-2ADEF96E4F5A}" destId="{74B9A4CD-C98D-4384-A7E0-DFCD8A6C637A}" srcOrd="6" destOrd="0" presId="urn:microsoft.com/office/officeart/2005/8/layout/vList2"/>
    <dgm:cxn modelId="{B7F6AECE-B73D-41CF-8E61-15EECE621F89}" type="presParOf" srcId="{2A16DEE3-7B27-4F8B-A185-2ADEF96E4F5A}" destId="{13D0C930-994B-4FB4-9A4B-5142A889DF3C}" srcOrd="7" destOrd="0" presId="urn:microsoft.com/office/officeart/2005/8/layout/vList2"/>
    <dgm:cxn modelId="{A8963443-AD44-4BC9-838F-4F3A57A1FE0F}" type="presParOf" srcId="{2A16DEE3-7B27-4F8B-A185-2ADEF96E4F5A}" destId="{058981F7-F5BE-4DBD-A27A-E286C85D373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33D2C5B-1BEC-4F60-BE0C-A9D6C858B22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3EB6B3E-CF20-4614-98B3-31939B918034}">
      <dgm:prSet/>
      <dgm:spPr/>
      <dgm:t>
        <a:bodyPr/>
        <a:lstStyle/>
        <a:p>
          <a:r>
            <a:rPr lang="en-ZA"/>
            <a:t>Average precision </a:t>
          </a:r>
          <a:r>
            <a:rPr lang="en-ZA" b="1"/>
            <a:t>0.0244</a:t>
          </a:r>
          <a:endParaRPr lang="en-US"/>
        </a:p>
      </dgm:t>
    </dgm:pt>
    <dgm:pt modelId="{FDDDCBF0-C014-4445-B858-EBE5701DA50A}" type="parTrans" cxnId="{9FBEFD93-DF4C-4322-B704-4AED47C27ED5}">
      <dgm:prSet/>
      <dgm:spPr/>
      <dgm:t>
        <a:bodyPr/>
        <a:lstStyle/>
        <a:p>
          <a:endParaRPr lang="en-US"/>
        </a:p>
      </dgm:t>
    </dgm:pt>
    <dgm:pt modelId="{8ED3631F-E1BB-4433-AC82-7C06AD5AF231}" type="sibTrans" cxnId="{9FBEFD93-DF4C-4322-B704-4AED47C27ED5}">
      <dgm:prSet/>
      <dgm:spPr/>
      <dgm:t>
        <a:bodyPr/>
        <a:lstStyle/>
        <a:p>
          <a:endParaRPr lang="en-US"/>
        </a:p>
      </dgm:t>
    </dgm:pt>
    <dgm:pt modelId="{D3BB3E16-8818-45B8-9A1E-F8838215DE5C}">
      <dgm:prSet/>
      <dgm:spPr/>
      <dgm:t>
        <a:bodyPr/>
        <a:lstStyle/>
        <a:p>
          <a:r>
            <a:rPr lang="en-ZA"/>
            <a:t>ROC-AUC </a:t>
          </a:r>
          <a:r>
            <a:rPr lang="en-ZA" b="1"/>
            <a:t>0.3925</a:t>
          </a:r>
          <a:endParaRPr lang="en-US"/>
        </a:p>
      </dgm:t>
    </dgm:pt>
    <dgm:pt modelId="{94B830EE-E728-4D1F-9924-352E096570D7}" type="parTrans" cxnId="{302A782A-43B4-4284-9682-3AC4B66FA54A}">
      <dgm:prSet/>
      <dgm:spPr/>
      <dgm:t>
        <a:bodyPr/>
        <a:lstStyle/>
        <a:p>
          <a:endParaRPr lang="en-US"/>
        </a:p>
      </dgm:t>
    </dgm:pt>
    <dgm:pt modelId="{1732473F-B609-40A5-98E8-A41990C56FB3}" type="sibTrans" cxnId="{302A782A-43B4-4284-9682-3AC4B66FA54A}">
      <dgm:prSet/>
      <dgm:spPr/>
      <dgm:t>
        <a:bodyPr/>
        <a:lstStyle/>
        <a:p>
          <a:endParaRPr lang="en-US"/>
        </a:p>
      </dgm:t>
    </dgm:pt>
    <dgm:pt modelId="{1A06CFAF-ABAF-4869-A438-A92B46627A2D}">
      <dgm:prSet/>
      <dgm:spPr/>
      <dgm:t>
        <a:bodyPr/>
        <a:lstStyle/>
        <a:p>
          <a:r>
            <a:rPr lang="en-ZA" dirty="0"/>
            <a:t>Precision </a:t>
          </a:r>
          <a:r>
            <a:rPr lang="en-ZA" b="1" dirty="0"/>
            <a:t>0.0230</a:t>
          </a:r>
          <a:endParaRPr lang="en-US" dirty="0"/>
        </a:p>
      </dgm:t>
    </dgm:pt>
    <dgm:pt modelId="{88FADC26-AB63-4D0F-8CE1-4DEA1A784A58}" type="parTrans" cxnId="{A0943ABB-129C-4867-A672-5783F4DE1DCB}">
      <dgm:prSet/>
      <dgm:spPr/>
      <dgm:t>
        <a:bodyPr/>
        <a:lstStyle/>
        <a:p>
          <a:endParaRPr lang="en-US"/>
        </a:p>
      </dgm:t>
    </dgm:pt>
    <dgm:pt modelId="{F2D996F2-D07F-4663-ADC5-09C3F781C35F}" type="sibTrans" cxnId="{A0943ABB-129C-4867-A672-5783F4DE1DCB}">
      <dgm:prSet/>
      <dgm:spPr/>
      <dgm:t>
        <a:bodyPr/>
        <a:lstStyle/>
        <a:p>
          <a:endParaRPr lang="en-US"/>
        </a:p>
      </dgm:t>
    </dgm:pt>
    <dgm:pt modelId="{51CD0298-C7DB-46C9-846C-9DFF24FB9A0A}">
      <dgm:prSet/>
      <dgm:spPr/>
      <dgm:t>
        <a:bodyPr/>
        <a:lstStyle/>
        <a:p>
          <a:r>
            <a:rPr lang="en-ZA" dirty="0"/>
            <a:t>Recall  </a:t>
          </a:r>
          <a:r>
            <a:rPr lang="en-ZA" b="1" dirty="0"/>
            <a:t>0.1200</a:t>
          </a:r>
          <a:endParaRPr lang="en-US" dirty="0"/>
        </a:p>
      </dgm:t>
    </dgm:pt>
    <dgm:pt modelId="{D550FDFB-9990-4BC5-BFDF-B3D1A8424EF8}" type="parTrans" cxnId="{C042B78C-BAB1-4E89-883D-51704D218E19}">
      <dgm:prSet/>
      <dgm:spPr/>
      <dgm:t>
        <a:bodyPr/>
        <a:lstStyle/>
        <a:p>
          <a:endParaRPr lang="en-US"/>
        </a:p>
      </dgm:t>
    </dgm:pt>
    <dgm:pt modelId="{F74250E0-4BD1-48DC-9D6A-746C11D0FCFE}" type="sibTrans" cxnId="{C042B78C-BAB1-4E89-883D-51704D218E19}">
      <dgm:prSet/>
      <dgm:spPr/>
      <dgm:t>
        <a:bodyPr/>
        <a:lstStyle/>
        <a:p>
          <a:endParaRPr lang="en-US"/>
        </a:p>
      </dgm:t>
    </dgm:pt>
    <dgm:pt modelId="{96DDE2E7-2A34-4B3E-9D7E-8EDFD3CC7E9C}" type="pres">
      <dgm:prSet presAssocID="{E33D2C5B-1BEC-4F60-BE0C-A9D6C858B22A}" presName="diagram" presStyleCnt="0">
        <dgm:presLayoutVars>
          <dgm:dir/>
          <dgm:resizeHandles val="exact"/>
        </dgm:presLayoutVars>
      </dgm:prSet>
      <dgm:spPr/>
    </dgm:pt>
    <dgm:pt modelId="{5EDBFC46-E550-4AD8-A476-F93861AFFCED}" type="pres">
      <dgm:prSet presAssocID="{03EB6B3E-CF20-4614-98B3-31939B918034}" presName="node" presStyleLbl="node1" presStyleIdx="0" presStyleCnt="4">
        <dgm:presLayoutVars>
          <dgm:bulletEnabled val="1"/>
        </dgm:presLayoutVars>
      </dgm:prSet>
      <dgm:spPr/>
    </dgm:pt>
    <dgm:pt modelId="{F03D0653-9E8F-49A7-AD6D-A127A8873C3D}" type="pres">
      <dgm:prSet presAssocID="{8ED3631F-E1BB-4433-AC82-7C06AD5AF231}" presName="sibTrans" presStyleCnt="0"/>
      <dgm:spPr/>
    </dgm:pt>
    <dgm:pt modelId="{039A934E-6744-424A-9815-698B89A929F5}" type="pres">
      <dgm:prSet presAssocID="{D3BB3E16-8818-45B8-9A1E-F8838215DE5C}" presName="node" presStyleLbl="node1" presStyleIdx="1" presStyleCnt="4">
        <dgm:presLayoutVars>
          <dgm:bulletEnabled val="1"/>
        </dgm:presLayoutVars>
      </dgm:prSet>
      <dgm:spPr/>
    </dgm:pt>
    <dgm:pt modelId="{949EA893-86FC-4978-B9C4-AB7F9E29F5EF}" type="pres">
      <dgm:prSet presAssocID="{1732473F-B609-40A5-98E8-A41990C56FB3}" presName="sibTrans" presStyleCnt="0"/>
      <dgm:spPr/>
    </dgm:pt>
    <dgm:pt modelId="{FB4244DC-B918-425F-B93A-3E2CD1FEDA7E}" type="pres">
      <dgm:prSet presAssocID="{1A06CFAF-ABAF-4869-A438-A92B46627A2D}" presName="node" presStyleLbl="node1" presStyleIdx="2" presStyleCnt="4">
        <dgm:presLayoutVars>
          <dgm:bulletEnabled val="1"/>
        </dgm:presLayoutVars>
      </dgm:prSet>
      <dgm:spPr/>
    </dgm:pt>
    <dgm:pt modelId="{A3E15F33-1C98-4075-ABF8-120C93E5A5CB}" type="pres">
      <dgm:prSet presAssocID="{F2D996F2-D07F-4663-ADC5-09C3F781C35F}" presName="sibTrans" presStyleCnt="0"/>
      <dgm:spPr/>
    </dgm:pt>
    <dgm:pt modelId="{C8742AE9-1306-42DE-8986-A2CBC4E3C7D9}" type="pres">
      <dgm:prSet presAssocID="{51CD0298-C7DB-46C9-846C-9DFF24FB9A0A}" presName="node" presStyleLbl="node1" presStyleIdx="3" presStyleCnt="4">
        <dgm:presLayoutVars>
          <dgm:bulletEnabled val="1"/>
        </dgm:presLayoutVars>
      </dgm:prSet>
      <dgm:spPr/>
    </dgm:pt>
  </dgm:ptLst>
  <dgm:cxnLst>
    <dgm:cxn modelId="{9CE37B05-334E-45DD-A622-0FA9AF650C50}" type="presOf" srcId="{1A06CFAF-ABAF-4869-A438-A92B46627A2D}" destId="{FB4244DC-B918-425F-B93A-3E2CD1FEDA7E}" srcOrd="0" destOrd="0" presId="urn:microsoft.com/office/officeart/2005/8/layout/default"/>
    <dgm:cxn modelId="{302A782A-43B4-4284-9682-3AC4B66FA54A}" srcId="{E33D2C5B-1BEC-4F60-BE0C-A9D6C858B22A}" destId="{D3BB3E16-8818-45B8-9A1E-F8838215DE5C}" srcOrd="1" destOrd="0" parTransId="{94B830EE-E728-4D1F-9924-352E096570D7}" sibTransId="{1732473F-B609-40A5-98E8-A41990C56FB3}"/>
    <dgm:cxn modelId="{C042B78C-BAB1-4E89-883D-51704D218E19}" srcId="{E33D2C5B-1BEC-4F60-BE0C-A9D6C858B22A}" destId="{51CD0298-C7DB-46C9-846C-9DFF24FB9A0A}" srcOrd="3" destOrd="0" parTransId="{D550FDFB-9990-4BC5-BFDF-B3D1A8424EF8}" sibTransId="{F74250E0-4BD1-48DC-9D6A-746C11D0FCFE}"/>
    <dgm:cxn modelId="{9FBEFD93-DF4C-4322-B704-4AED47C27ED5}" srcId="{E33D2C5B-1BEC-4F60-BE0C-A9D6C858B22A}" destId="{03EB6B3E-CF20-4614-98B3-31939B918034}" srcOrd="0" destOrd="0" parTransId="{FDDDCBF0-C014-4445-B858-EBE5701DA50A}" sibTransId="{8ED3631F-E1BB-4433-AC82-7C06AD5AF231}"/>
    <dgm:cxn modelId="{39219B9D-D107-4533-BD01-276C046EBC51}" type="presOf" srcId="{51CD0298-C7DB-46C9-846C-9DFF24FB9A0A}" destId="{C8742AE9-1306-42DE-8986-A2CBC4E3C7D9}" srcOrd="0" destOrd="0" presId="urn:microsoft.com/office/officeart/2005/8/layout/default"/>
    <dgm:cxn modelId="{93BA96AC-D580-4861-B18F-273A078110B1}" type="presOf" srcId="{E33D2C5B-1BEC-4F60-BE0C-A9D6C858B22A}" destId="{96DDE2E7-2A34-4B3E-9D7E-8EDFD3CC7E9C}" srcOrd="0" destOrd="0" presId="urn:microsoft.com/office/officeart/2005/8/layout/default"/>
    <dgm:cxn modelId="{3A827CB6-2BB4-4700-9B85-899FFA2D7C27}" type="presOf" srcId="{D3BB3E16-8818-45B8-9A1E-F8838215DE5C}" destId="{039A934E-6744-424A-9815-698B89A929F5}" srcOrd="0" destOrd="0" presId="urn:microsoft.com/office/officeart/2005/8/layout/default"/>
    <dgm:cxn modelId="{A0943ABB-129C-4867-A672-5783F4DE1DCB}" srcId="{E33D2C5B-1BEC-4F60-BE0C-A9D6C858B22A}" destId="{1A06CFAF-ABAF-4869-A438-A92B46627A2D}" srcOrd="2" destOrd="0" parTransId="{88FADC26-AB63-4D0F-8CE1-4DEA1A784A58}" sibTransId="{F2D996F2-D07F-4663-ADC5-09C3F781C35F}"/>
    <dgm:cxn modelId="{30A00ED9-D08E-434B-BD25-2141F39D5D3B}" type="presOf" srcId="{03EB6B3E-CF20-4614-98B3-31939B918034}" destId="{5EDBFC46-E550-4AD8-A476-F93861AFFCED}" srcOrd="0" destOrd="0" presId="urn:microsoft.com/office/officeart/2005/8/layout/default"/>
    <dgm:cxn modelId="{1F0B4AA0-4136-46BE-A015-56557BA59C7A}" type="presParOf" srcId="{96DDE2E7-2A34-4B3E-9D7E-8EDFD3CC7E9C}" destId="{5EDBFC46-E550-4AD8-A476-F93861AFFCED}" srcOrd="0" destOrd="0" presId="urn:microsoft.com/office/officeart/2005/8/layout/default"/>
    <dgm:cxn modelId="{8831E9E1-1BC2-4474-9953-4E2E328F9EA9}" type="presParOf" srcId="{96DDE2E7-2A34-4B3E-9D7E-8EDFD3CC7E9C}" destId="{F03D0653-9E8F-49A7-AD6D-A127A8873C3D}" srcOrd="1" destOrd="0" presId="urn:microsoft.com/office/officeart/2005/8/layout/default"/>
    <dgm:cxn modelId="{64E9A302-7313-449F-A689-76AEB7F58A44}" type="presParOf" srcId="{96DDE2E7-2A34-4B3E-9D7E-8EDFD3CC7E9C}" destId="{039A934E-6744-424A-9815-698B89A929F5}" srcOrd="2" destOrd="0" presId="urn:microsoft.com/office/officeart/2005/8/layout/default"/>
    <dgm:cxn modelId="{F66D5AD0-26A4-4B35-AE5E-C02318BFA775}" type="presParOf" srcId="{96DDE2E7-2A34-4B3E-9D7E-8EDFD3CC7E9C}" destId="{949EA893-86FC-4978-B9C4-AB7F9E29F5EF}" srcOrd="3" destOrd="0" presId="urn:microsoft.com/office/officeart/2005/8/layout/default"/>
    <dgm:cxn modelId="{4AF01033-73A8-40BD-B9D7-963D38DE5F97}" type="presParOf" srcId="{96DDE2E7-2A34-4B3E-9D7E-8EDFD3CC7E9C}" destId="{FB4244DC-B918-425F-B93A-3E2CD1FEDA7E}" srcOrd="4" destOrd="0" presId="urn:microsoft.com/office/officeart/2005/8/layout/default"/>
    <dgm:cxn modelId="{3430335B-7C4C-4181-9D02-E4A91B4D0A31}" type="presParOf" srcId="{96DDE2E7-2A34-4B3E-9D7E-8EDFD3CC7E9C}" destId="{A3E15F33-1C98-4075-ABF8-120C93E5A5CB}" srcOrd="5" destOrd="0" presId="urn:microsoft.com/office/officeart/2005/8/layout/default"/>
    <dgm:cxn modelId="{B22097D2-6687-4091-B69A-C9ACBD992678}" type="presParOf" srcId="{96DDE2E7-2A34-4B3E-9D7E-8EDFD3CC7E9C}" destId="{C8742AE9-1306-42DE-8986-A2CBC4E3C7D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705929B-0B93-413D-B99F-87A9374F5C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797FB12-EC64-476D-968B-B8C245157309}">
      <dgm:prSet/>
      <dgm:spPr/>
      <dgm:t>
        <a:bodyPr/>
        <a:lstStyle/>
        <a:p>
          <a:r>
            <a:rPr lang="en-ZA"/>
            <a:t>SHAP helps us understand how a fitted model arrives at predictions and also provides a global view of feature attribution.</a:t>
          </a:r>
          <a:endParaRPr lang="en-US"/>
        </a:p>
      </dgm:t>
    </dgm:pt>
    <dgm:pt modelId="{FDC5F2E0-B5E6-4C54-97B8-8F842158C041}" type="parTrans" cxnId="{99BB60AB-8AFA-46B1-A39E-49ED8984835B}">
      <dgm:prSet/>
      <dgm:spPr/>
      <dgm:t>
        <a:bodyPr/>
        <a:lstStyle/>
        <a:p>
          <a:endParaRPr lang="en-US"/>
        </a:p>
      </dgm:t>
    </dgm:pt>
    <dgm:pt modelId="{CA7CFD84-7EF3-4F45-919F-6D28667CBDE7}" type="sibTrans" cxnId="{99BB60AB-8AFA-46B1-A39E-49ED8984835B}">
      <dgm:prSet/>
      <dgm:spPr/>
      <dgm:t>
        <a:bodyPr/>
        <a:lstStyle/>
        <a:p>
          <a:endParaRPr lang="en-US"/>
        </a:p>
      </dgm:t>
    </dgm:pt>
    <dgm:pt modelId="{50D1CA4A-66C8-4E74-9FEE-2BE111711BEE}">
      <dgm:prSet/>
      <dgm:spPr/>
      <dgm:t>
        <a:bodyPr/>
        <a:lstStyle/>
        <a:p>
          <a:r>
            <a:rPr lang="en-ZA"/>
            <a:t>However, explanations do not establish causation. Furthermore, because test performance is weak, the explanations should not be treated as reliable evidence of the real-world drivers of churn</a:t>
          </a:r>
          <a:endParaRPr lang="en-US"/>
        </a:p>
      </dgm:t>
    </dgm:pt>
    <dgm:pt modelId="{E7CBE6FB-45A7-45A8-B018-8BD1B70096A2}" type="parTrans" cxnId="{93CE9F1B-66AE-40AC-BF6C-B410D223DB87}">
      <dgm:prSet/>
      <dgm:spPr/>
      <dgm:t>
        <a:bodyPr/>
        <a:lstStyle/>
        <a:p>
          <a:endParaRPr lang="en-US"/>
        </a:p>
      </dgm:t>
    </dgm:pt>
    <dgm:pt modelId="{8F267845-E01F-475D-9390-8C8181B6965B}" type="sibTrans" cxnId="{93CE9F1B-66AE-40AC-BF6C-B410D223DB87}">
      <dgm:prSet/>
      <dgm:spPr/>
      <dgm:t>
        <a:bodyPr/>
        <a:lstStyle/>
        <a:p>
          <a:endParaRPr lang="en-US"/>
        </a:p>
      </dgm:t>
    </dgm:pt>
    <dgm:pt modelId="{B9FC4DA2-9B80-42A7-BC09-15D9232A8CE7}" type="pres">
      <dgm:prSet presAssocID="{C705929B-0B93-413D-B99F-87A9374F5C7B}" presName="root" presStyleCnt="0">
        <dgm:presLayoutVars>
          <dgm:dir/>
          <dgm:resizeHandles val="exact"/>
        </dgm:presLayoutVars>
      </dgm:prSet>
      <dgm:spPr/>
    </dgm:pt>
    <dgm:pt modelId="{93B3B010-E0F5-4FE9-938D-C1746CCBA8C7}" type="pres">
      <dgm:prSet presAssocID="{4797FB12-EC64-476D-968B-B8C245157309}" presName="compNode" presStyleCnt="0"/>
      <dgm:spPr/>
    </dgm:pt>
    <dgm:pt modelId="{6239B86F-C723-4740-9B9F-7FB1D484E3BA}" type="pres">
      <dgm:prSet presAssocID="{4797FB12-EC64-476D-968B-B8C245157309}" presName="bgRect" presStyleLbl="bgShp" presStyleIdx="0" presStyleCnt="2"/>
      <dgm:spPr/>
    </dgm:pt>
    <dgm:pt modelId="{6219BBCF-47AE-41D0-B6D5-9E147AAC03EB}" type="pres">
      <dgm:prSet presAssocID="{4797FB12-EC64-476D-968B-B8C24515730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312A6BC-97AB-484B-B9A9-1BAC83367D89}" type="pres">
      <dgm:prSet presAssocID="{4797FB12-EC64-476D-968B-B8C245157309}" presName="spaceRect" presStyleCnt="0"/>
      <dgm:spPr/>
    </dgm:pt>
    <dgm:pt modelId="{2B8A214C-DD6D-44B0-9C4C-2628F5CCD5C3}" type="pres">
      <dgm:prSet presAssocID="{4797FB12-EC64-476D-968B-B8C245157309}" presName="parTx" presStyleLbl="revTx" presStyleIdx="0" presStyleCnt="2">
        <dgm:presLayoutVars>
          <dgm:chMax val="0"/>
          <dgm:chPref val="0"/>
        </dgm:presLayoutVars>
      </dgm:prSet>
      <dgm:spPr/>
    </dgm:pt>
    <dgm:pt modelId="{6C7EFEF5-0B62-4BD2-96F6-F2669649BA1C}" type="pres">
      <dgm:prSet presAssocID="{CA7CFD84-7EF3-4F45-919F-6D28667CBDE7}" presName="sibTrans" presStyleCnt="0"/>
      <dgm:spPr/>
    </dgm:pt>
    <dgm:pt modelId="{DA2A0D54-3C56-4CFD-9884-CEC2AC38E2D5}" type="pres">
      <dgm:prSet presAssocID="{50D1CA4A-66C8-4E74-9FEE-2BE111711BEE}" presName="compNode" presStyleCnt="0"/>
      <dgm:spPr/>
    </dgm:pt>
    <dgm:pt modelId="{52F936DD-A34B-4BE9-A337-35D220644F4C}" type="pres">
      <dgm:prSet presAssocID="{50D1CA4A-66C8-4E74-9FEE-2BE111711BEE}" presName="bgRect" presStyleLbl="bgShp" presStyleIdx="1" presStyleCnt="2"/>
      <dgm:spPr/>
    </dgm:pt>
    <dgm:pt modelId="{8442BC19-478A-48E8-AFE6-A002376C0C2F}" type="pres">
      <dgm:prSet presAssocID="{50D1CA4A-66C8-4E74-9FEE-2BE111711BE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61B4ECCC-D45E-46ED-8B8C-B1761E82BD4F}" type="pres">
      <dgm:prSet presAssocID="{50D1CA4A-66C8-4E74-9FEE-2BE111711BEE}" presName="spaceRect" presStyleCnt="0"/>
      <dgm:spPr/>
    </dgm:pt>
    <dgm:pt modelId="{BDA4F2B4-F87E-4D92-B19F-31E0CEEE7EC5}" type="pres">
      <dgm:prSet presAssocID="{50D1CA4A-66C8-4E74-9FEE-2BE111711BE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859F70B-9D7D-4B5B-89E9-5A9797F37D0A}" type="presOf" srcId="{50D1CA4A-66C8-4E74-9FEE-2BE111711BEE}" destId="{BDA4F2B4-F87E-4D92-B19F-31E0CEEE7EC5}" srcOrd="0" destOrd="0" presId="urn:microsoft.com/office/officeart/2018/2/layout/IconVerticalSolidList"/>
    <dgm:cxn modelId="{93CE9F1B-66AE-40AC-BF6C-B410D223DB87}" srcId="{C705929B-0B93-413D-B99F-87A9374F5C7B}" destId="{50D1CA4A-66C8-4E74-9FEE-2BE111711BEE}" srcOrd="1" destOrd="0" parTransId="{E7CBE6FB-45A7-45A8-B018-8BD1B70096A2}" sibTransId="{8F267845-E01F-475D-9390-8C8181B6965B}"/>
    <dgm:cxn modelId="{99BB60AB-8AFA-46B1-A39E-49ED8984835B}" srcId="{C705929B-0B93-413D-B99F-87A9374F5C7B}" destId="{4797FB12-EC64-476D-968B-B8C245157309}" srcOrd="0" destOrd="0" parTransId="{FDC5F2E0-B5E6-4C54-97B8-8F842158C041}" sibTransId="{CA7CFD84-7EF3-4F45-919F-6D28667CBDE7}"/>
    <dgm:cxn modelId="{5D208FCD-8E5E-49BD-8B6E-E81322973D2D}" type="presOf" srcId="{4797FB12-EC64-476D-968B-B8C245157309}" destId="{2B8A214C-DD6D-44B0-9C4C-2628F5CCD5C3}" srcOrd="0" destOrd="0" presId="urn:microsoft.com/office/officeart/2018/2/layout/IconVerticalSolidList"/>
    <dgm:cxn modelId="{45C112EE-417C-4E75-A76E-6EB6B2DB7A12}" type="presOf" srcId="{C705929B-0B93-413D-B99F-87A9374F5C7B}" destId="{B9FC4DA2-9B80-42A7-BC09-15D9232A8CE7}" srcOrd="0" destOrd="0" presId="urn:microsoft.com/office/officeart/2018/2/layout/IconVerticalSolidList"/>
    <dgm:cxn modelId="{A1CE11BE-318E-4167-99B1-18E6067A29D0}" type="presParOf" srcId="{B9FC4DA2-9B80-42A7-BC09-15D9232A8CE7}" destId="{93B3B010-E0F5-4FE9-938D-C1746CCBA8C7}" srcOrd="0" destOrd="0" presId="urn:microsoft.com/office/officeart/2018/2/layout/IconVerticalSolidList"/>
    <dgm:cxn modelId="{3CDEFD5A-48BF-4FE1-B013-0C3F85F15F2C}" type="presParOf" srcId="{93B3B010-E0F5-4FE9-938D-C1746CCBA8C7}" destId="{6239B86F-C723-4740-9B9F-7FB1D484E3BA}" srcOrd="0" destOrd="0" presId="urn:microsoft.com/office/officeart/2018/2/layout/IconVerticalSolidList"/>
    <dgm:cxn modelId="{241C99E3-DB7C-4D93-B9F1-FC02F029BE46}" type="presParOf" srcId="{93B3B010-E0F5-4FE9-938D-C1746CCBA8C7}" destId="{6219BBCF-47AE-41D0-B6D5-9E147AAC03EB}" srcOrd="1" destOrd="0" presId="urn:microsoft.com/office/officeart/2018/2/layout/IconVerticalSolidList"/>
    <dgm:cxn modelId="{02E85850-00E8-4C4F-9E27-2569412935BE}" type="presParOf" srcId="{93B3B010-E0F5-4FE9-938D-C1746CCBA8C7}" destId="{E312A6BC-97AB-484B-B9A9-1BAC83367D89}" srcOrd="2" destOrd="0" presId="urn:microsoft.com/office/officeart/2018/2/layout/IconVerticalSolidList"/>
    <dgm:cxn modelId="{624A8861-B0F6-4CD1-A0F4-EC25A0CE8F52}" type="presParOf" srcId="{93B3B010-E0F5-4FE9-938D-C1746CCBA8C7}" destId="{2B8A214C-DD6D-44B0-9C4C-2628F5CCD5C3}" srcOrd="3" destOrd="0" presId="urn:microsoft.com/office/officeart/2018/2/layout/IconVerticalSolidList"/>
    <dgm:cxn modelId="{EC7A5BEF-1522-47CF-B650-A899E55F437A}" type="presParOf" srcId="{B9FC4DA2-9B80-42A7-BC09-15D9232A8CE7}" destId="{6C7EFEF5-0B62-4BD2-96F6-F2669649BA1C}" srcOrd="1" destOrd="0" presId="urn:microsoft.com/office/officeart/2018/2/layout/IconVerticalSolidList"/>
    <dgm:cxn modelId="{582660B2-2730-427B-A0E4-4399BECDA354}" type="presParOf" srcId="{B9FC4DA2-9B80-42A7-BC09-15D9232A8CE7}" destId="{DA2A0D54-3C56-4CFD-9884-CEC2AC38E2D5}" srcOrd="2" destOrd="0" presId="urn:microsoft.com/office/officeart/2018/2/layout/IconVerticalSolidList"/>
    <dgm:cxn modelId="{B889869A-AA40-47C5-A6DB-3F6810BDF2AB}" type="presParOf" srcId="{DA2A0D54-3C56-4CFD-9884-CEC2AC38E2D5}" destId="{52F936DD-A34B-4BE9-A337-35D220644F4C}" srcOrd="0" destOrd="0" presId="urn:microsoft.com/office/officeart/2018/2/layout/IconVerticalSolidList"/>
    <dgm:cxn modelId="{2CBB5C09-C5D8-4E7F-BB72-09532075F227}" type="presParOf" srcId="{DA2A0D54-3C56-4CFD-9884-CEC2AC38E2D5}" destId="{8442BC19-478A-48E8-AFE6-A002376C0C2F}" srcOrd="1" destOrd="0" presId="urn:microsoft.com/office/officeart/2018/2/layout/IconVerticalSolidList"/>
    <dgm:cxn modelId="{40E2B9F2-260F-41C1-980D-D9F239B7F4DF}" type="presParOf" srcId="{DA2A0D54-3C56-4CFD-9884-CEC2AC38E2D5}" destId="{61B4ECCC-D45E-46ED-8B8C-B1761E82BD4F}" srcOrd="2" destOrd="0" presId="urn:microsoft.com/office/officeart/2018/2/layout/IconVerticalSolidList"/>
    <dgm:cxn modelId="{DD0FD601-E8ED-46BD-9B36-8ED9F206E976}" type="presParOf" srcId="{DA2A0D54-3C56-4CFD-9884-CEC2AC38E2D5}" destId="{BDA4F2B4-F87E-4D92-B19F-31E0CEEE7E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60A01EC-0256-4046-ACD1-94F340EBE6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FBCFBB6-2470-4FC5-BD0E-9A59B5F9746A}">
      <dgm:prSet/>
      <dgm:spPr/>
      <dgm:t>
        <a:bodyPr/>
        <a:lstStyle/>
        <a:p>
          <a:r>
            <a:rPr lang="en-ZA"/>
            <a:t>Audit the experiment: verify target construction, feature timing, class encoding and predicted probabilities.</a:t>
          </a:r>
          <a:endParaRPr lang="en-US"/>
        </a:p>
      </dgm:t>
    </dgm:pt>
    <dgm:pt modelId="{99A414EC-CEE5-454D-96D9-2BD0BE5F8FBD}" type="parTrans" cxnId="{8B56566F-5553-4316-A1C9-A716478B87E2}">
      <dgm:prSet/>
      <dgm:spPr/>
      <dgm:t>
        <a:bodyPr/>
        <a:lstStyle/>
        <a:p>
          <a:endParaRPr lang="en-US"/>
        </a:p>
      </dgm:t>
    </dgm:pt>
    <dgm:pt modelId="{43BCC413-4BBD-4AC1-88FF-127ECFEDCC84}" type="sibTrans" cxnId="{8B56566F-5553-4316-A1C9-A716478B87E2}">
      <dgm:prSet/>
      <dgm:spPr/>
      <dgm:t>
        <a:bodyPr/>
        <a:lstStyle/>
        <a:p>
          <a:endParaRPr lang="en-US"/>
        </a:p>
      </dgm:t>
    </dgm:pt>
    <dgm:pt modelId="{B7B8163F-79BC-40FF-9FF0-7B4AF478E3DC}">
      <dgm:prSet/>
      <dgm:spPr/>
      <dgm:t>
        <a:bodyPr/>
        <a:lstStyle/>
        <a:p>
          <a:r>
            <a:rPr lang="en-ZA"/>
            <a:t>Investigate generalisation: examine why test ranking performance is poor relative to the validation results.</a:t>
          </a:r>
          <a:endParaRPr lang="en-US"/>
        </a:p>
      </dgm:t>
    </dgm:pt>
    <dgm:pt modelId="{67D34BDB-3AB7-4F9C-B9FE-A2FEDE16FAFD}" type="parTrans" cxnId="{B28E1AFE-E474-4EC6-97BF-BAB89CB21D19}">
      <dgm:prSet/>
      <dgm:spPr/>
      <dgm:t>
        <a:bodyPr/>
        <a:lstStyle/>
        <a:p>
          <a:endParaRPr lang="en-US"/>
        </a:p>
      </dgm:t>
    </dgm:pt>
    <dgm:pt modelId="{867E111D-B93F-43A8-A888-EA400E783DC1}" type="sibTrans" cxnId="{B28E1AFE-E474-4EC6-97BF-BAB89CB21D19}">
      <dgm:prSet/>
      <dgm:spPr/>
      <dgm:t>
        <a:bodyPr/>
        <a:lstStyle/>
        <a:p>
          <a:endParaRPr lang="en-US"/>
        </a:p>
      </dgm:t>
    </dgm:pt>
    <dgm:pt modelId="{A43C71DF-68AD-47FB-88A7-791AB1D0BBE5}">
      <dgm:prSet/>
      <dgm:spPr/>
      <dgm:t>
        <a:bodyPr/>
        <a:lstStyle/>
        <a:p>
          <a:r>
            <a:rPr lang="en-ZA"/>
            <a:t>Review the features: assess missingness, temporal drift and whether the available history contains useful predictive information.</a:t>
          </a:r>
          <a:endParaRPr lang="en-US"/>
        </a:p>
      </dgm:t>
    </dgm:pt>
    <dgm:pt modelId="{55C8B947-097A-41CA-804E-2BE4F5C6D359}" type="parTrans" cxnId="{04137D75-EC34-4E2D-A026-E4DBB8699F15}">
      <dgm:prSet/>
      <dgm:spPr/>
      <dgm:t>
        <a:bodyPr/>
        <a:lstStyle/>
        <a:p>
          <a:endParaRPr lang="en-US"/>
        </a:p>
      </dgm:t>
    </dgm:pt>
    <dgm:pt modelId="{75FC459E-9AB4-49D5-A46E-0F1F83794745}" type="sibTrans" cxnId="{04137D75-EC34-4E2D-A026-E4DBB8699F15}">
      <dgm:prSet/>
      <dgm:spPr/>
      <dgm:t>
        <a:bodyPr/>
        <a:lstStyle/>
        <a:p>
          <a:endParaRPr lang="en-US"/>
        </a:p>
      </dgm:t>
    </dgm:pt>
    <dgm:pt modelId="{21661975-4F9B-4C87-BFB2-D7D080896D9B}">
      <dgm:prSet/>
      <dgm:spPr/>
      <dgm:t>
        <a:bodyPr/>
        <a:lstStyle/>
        <a:p>
          <a:r>
            <a:rPr lang="en-ZA"/>
            <a:t>Confirm business requirements: agree the prediction horizon, intervention capacity and consequences of false positives and false negatives.</a:t>
          </a:r>
          <a:endParaRPr lang="en-US"/>
        </a:p>
      </dgm:t>
    </dgm:pt>
    <dgm:pt modelId="{57FAC651-9FD9-4007-8EC3-29D93E2D5C48}" type="parTrans" cxnId="{98803ED1-EDE7-4CFB-99C0-614ECCFFFB49}">
      <dgm:prSet/>
      <dgm:spPr/>
      <dgm:t>
        <a:bodyPr/>
        <a:lstStyle/>
        <a:p>
          <a:endParaRPr lang="en-US"/>
        </a:p>
      </dgm:t>
    </dgm:pt>
    <dgm:pt modelId="{8C1A43B6-514D-4942-8478-1EA201327123}" type="sibTrans" cxnId="{98803ED1-EDE7-4CFB-99C0-614ECCFFFB49}">
      <dgm:prSet/>
      <dgm:spPr/>
      <dgm:t>
        <a:bodyPr/>
        <a:lstStyle/>
        <a:p>
          <a:endParaRPr lang="en-US"/>
        </a:p>
      </dgm:t>
    </dgm:pt>
    <dgm:pt modelId="{E0CA5D9E-7A2E-4DE8-B584-4B1DF00ACEFD}">
      <dgm:prSet/>
      <dgm:spPr/>
      <dgm:t>
        <a:bodyPr/>
        <a:lstStyle/>
        <a:p>
          <a:r>
            <a:rPr lang="en-ZA"/>
            <a:t>Re-evaluate before deployment: test improvements on later, unseen observations and monitor performance over time.</a:t>
          </a:r>
          <a:endParaRPr lang="en-US"/>
        </a:p>
      </dgm:t>
    </dgm:pt>
    <dgm:pt modelId="{921C4776-D9BE-49C7-9BC7-E03BC080B620}" type="parTrans" cxnId="{8D8F556B-720F-478A-93C5-899AB2E65B82}">
      <dgm:prSet/>
      <dgm:spPr/>
      <dgm:t>
        <a:bodyPr/>
        <a:lstStyle/>
        <a:p>
          <a:endParaRPr lang="en-US"/>
        </a:p>
      </dgm:t>
    </dgm:pt>
    <dgm:pt modelId="{3E8FCAB1-636B-4E30-BE9A-354B0E25DAF1}" type="sibTrans" cxnId="{8D8F556B-720F-478A-93C5-899AB2E65B82}">
      <dgm:prSet/>
      <dgm:spPr/>
      <dgm:t>
        <a:bodyPr/>
        <a:lstStyle/>
        <a:p>
          <a:endParaRPr lang="en-US"/>
        </a:p>
      </dgm:t>
    </dgm:pt>
    <dgm:pt modelId="{1D2A179F-5514-439B-BB33-8B7A3230C776}" type="pres">
      <dgm:prSet presAssocID="{460A01EC-0256-4046-ACD1-94F340EBE63B}" presName="root" presStyleCnt="0">
        <dgm:presLayoutVars>
          <dgm:dir/>
          <dgm:resizeHandles val="exact"/>
        </dgm:presLayoutVars>
      </dgm:prSet>
      <dgm:spPr/>
    </dgm:pt>
    <dgm:pt modelId="{672B3433-5A86-498D-BCD2-0170C868CC0F}" type="pres">
      <dgm:prSet presAssocID="{0FBCFBB6-2470-4FC5-BD0E-9A59B5F9746A}" presName="compNode" presStyleCnt="0"/>
      <dgm:spPr/>
    </dgm:pt>
    <dgm:pt modelId="{5C8F6DDF-FE89-41E7-9EEE-F3A9F1D9CBEC}" type="pres">
      <dgm:prSet presAssocID="{0FBCFBB6-2470-4FC5-BD0E-9A59B5F9746A}" presName="bgRect" presStyleLbl="bgShp" presStyleIdx="0" presStyleCnt="5"/>
      <dgm:spPr/>
    </dgm:pt>
    <dgm:pt modelId="{CFECCB56-8941-4E78-8E14-AB03A89950CA}" type="pres">
      <dgm:prSet presAssocID="{0FBCFBB6-2470-4FC5-BD0E-9A59B5F9746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A47F3CF-C854-4ED3-B58F-0922E0BBB17C}" type="pres">
      <dgm:prSet presAssocID="{0FBCFBB6-2470-4FC5-BD0E-9A59B5F9746A}" presName="spaceRect" presStyleCnt="0"/>
      <dgm:spPr/>
    </dgm:pt>
    <dgm:pt modelId="{85007735-94B0-4492-BCEA-59206A2BF12E}" type="pres">
      <dgm:prSet presAssocID="{0FBCFBB6-2470-4FC5-BD0E-9A59B5F9746A}" presName="parTx" presStyleLbl="revTx" presStyleIdx="0" presStyleCnt="5">
        <dgm:presLayoutVars>
          <dgm:chMax val="0"/>
          <dgm:chPref val="0"/>
        </dgm:presLayoutVars>
      </dgm:prSet>
      <dgm:spPr/>
    </dgm:pt>
    <dgm:pt modelId="{8DEEE701-A902-483E-8C97-674F36462461}" type="pres">
      <dgm:prSet presAssocID="{43BCC413-4BBD-4AC1-88FF-127ECFEDCC84}" presName="sibTrans" presStyleCnt="0"/>
      <dgm:spPr/>
    </dgm:pt>
    <dgm:pt modelId="{0813E4F5-9589-4EA4-A868-1EEE17F34853}" type="pres">
      <dgm:prSet presAssocID="{B7B8163F-79BC-40FF-9FF0-7B4AF478E3DC}" presName="compNode" presStyleCnt="0"/>
      <dgm:spPr/>
    </dgm:pt>
    <dgm:pt modelId="{713E750D-1DB7-47EB-9922-9A5449202DD3}" type="pres">
      <dgm:prSet presAssocID="{B7B8163F-79BC-40FF-9FF0-7B4AF478E3DC}" presName="bgRect" presStyleLbl="bgShp" presStyleIdx="1" presStyleCnt="5"/>
      <dgm:spPr/>
    </dgm:pt>
    <dgm:pt modelId="{2D85A89E-84A4-4B95-B656-38E89A83A107}" type="pres">
      <dgm:prSet presAssocID="{B7B8163F-79BC-40FF-9FF0-7B4AF478E3D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9E4BE8D-F3BF-4853-B3C6-A42AFBBE45D2}" type="pres">
      <dgm:prSet presAssocID="{B7B8163F-79BC-40FF-9FF0-7B4AF478E3DC}" presName="spaceRect" presStyleCnt="0"/>
      <dgm:spPr/>
    </dgm:pt>
    <dgm:pt modelId="{149A85A3-5DDF-4809-885B-B489F2A4AC29}" type="pres">
      <dgm:prSet presAssocID="{B7B8163F-79BC-40FF-9FF0-7B4AF478E3DC}" presName="parTx" presStyleLbl="revTx" presStyleIdx="1" presStyleCnt="5">
        <dgm:presLayoutVars>
          <dgm:chMax val="0"/>
          <dgm:chPref val="0"/>
        </dgm:presLayoutVars>
      </dgm:prSet>
      <dgm:spPr/>
    </dgm:pt>
    <dgm:pt modelId="{AB6C93EA-CB07-4210-A9C6-4FBDE2649EBB}" type="pres">
      <dgm:prSet presAssocID="{867E111D-B93F-43A8-A888-EA400E783DC1}" presName="sibTrans" presStyleCnt="0"/>
      <dgm:spPr/>
    </dgm:pt>
    <dgm:pt modelId="{021F4D6D-AC27-4210-88F3-89A5BF9CC483}" type="pres">
      <dgm:prSet presAssocID="{A43C71DF-68AD-47FB-88A7-791AB1D0BBE5}" presName="compNode" presStyleCnt="0"/>
      <dgm:spPr/>
    </dgm:pt>
    <dgm:pt modelId="{B4B9562A-A04E-41DD-8231-2E4939C18027}" type="pres">
      <dgm:prSet presAssocID="{A43C71DF-68AD-47FB-88A7-791AB1D0BBE5}" presName="bgRect" presStyleLbl="bgShp" presStyleIdx="2" presStyleCnt="5"/>
      <dgm:spPr/>
    </dgm:pt>
    <dgm:pt modelId="{67C3E40E-A6A3-4EA0-A026-BEA8191F7F68}" type="pres">
      <dgm:prSet presAssocID="{A43C71DF-68AD-47FB-88A7-791AB1D0BBE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48F6600-5497-4AD2-9BAE-F5D9A6BA456F}" type="pres">
      <dgm:prSet presAssocID="{A43C71DF-68AD-47FB-88A7-791AB1D0BBE5}" presName="spaceRect" presStyleCnt="0"/>
      <dgm:spPr/>
    </dgm:pt>
    <dgm:pt modelId="{307EB480-3396-4DCF-8E97-AECB7BFCFAC0}" type="pres">
      <dgm:prSet presAssocID="{A43C71DF-68AD-47FB-88A7-791AB1D0BBE5}" presName="parTx" presStyleLbl="revTx" presStyleIdx="2" presStyleCnt="5">
        <dgm:presLayoutVars>
          <dgm:chMax val="0"/>
          <dgm:chPref val="0"/>
        </dgm:presLayoutVars>
      </dgm:prSet>
      <dgm:spPr/>
    </dgm:pt>
    <dgm:pt modelId="{6AA718F8-E0C2-46C3-BDE9-D04E487D7BAF}" type="pres">
      <dgm:prSet presAssocID="{75FC459E-9AB4-49D5-A46E-0F1F83794745}" presName="sibTrans" presStyleCnt="0"/>
      <dgm:spPr/>
    </dgm:pt>
    <dgm:pt modelId="{8D171994-017A-416F-A4E3-75724A949533}" type="pres">
      <dgm:prSet presAssocID="{21661975-4F9B-4C87-BFB2-D7D080896D9B}" presName="compNode" presStyleCnt="0"/>
      <dgm:spPr/>
    </dgm:pt>
    <dgm:pt modelId="{BF19981F-241A-43C4-A85D-0B6980491D11}" type="pres">
      <dgm:prSet presAssocID="{21661975-4F9B-4C87-BFB2-D7D080896D9B}" presName="bgRect" presStyleLbl="bgShp" presStyleIdx="3" presStyleCnt="5"/>
      <dgm:spPr/>
    </dgm:pt>
    <dgm:pt modelId="{BAA2D595-DAC5-4171-813C-9C4A605EFCB2}" type="pres">
      <dgm:prSet presAssocID="{21661975-4F9B-4C87-BFB2-D7D080896D9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7E4F334F-90A5-413B-AE2F-7C2EFA36B959}" type="pres">
      <dgm:prSet presAssocID="{21661975-4F9B-4C87-BFB2-D7D080896D9B}" presName="spaceRect" presStyleCnt="0"/>
      <dgm:spPr/>
    </dgm:pt>
    <dgm:pt modelId="{EF77F263-41E2-45C3-8171-128E53D2974B}" type="pres">
      <dgm:prSet presAssocID="{21661975-4F9B-4C87-BFB2-D7D080896D9B}" presName="parTx" presStyleLbl="revTx" presStyleIdx="3" presStyleCnt="5">
        <dgm:presLayoutVars>
          <dgm:chMax val="0"/>
          <dgm:chPref val="0"/>
        </dgm:presLayoutVars>
      </dgm:prSet>
      <dgm:spPr/>
    </dgm:pt>
    <dgm:pt modelId="{CEE581C2-7FCC-4655-B7EA-9BCD6B46EFC7}" type="pres">
      <dgm:prSet presAssocID="{8C1A43B6-514D-4942-8478-1EA201327123}" presName="sibTrans" presStyleCnt="0"/>
      <dgm:spPr/>
    </dgm:pt>
    <dgm:pt modelId="{C32DC80A-D1DA-428D-9268-3EA7A5D37489}" type="pres">
      <dgm:prSet presAssocID="{E0CA5D9E-7A2E-4DE8-B584-4B1DF00ACEFD}" presName="compNode" presStyleCnt="0"/>
      <dgm:spPr/>
    </dgm:pt>
    <dgm:pt modelId="{C25535BB-A266-4951-AF6E-7CCCF949ADF7}" type="pres">
      <dgm:prSet presAssocID="{E0CA5D9E-7A2E-4DE8-B584-4B1DF00ACEFD}" presName="bgRect" presStyleLbl="bgShp" presStyleIdx="4" presStyleCnt="5"/>
      <dgm:spPr/>
    </dgm:pt>
    <dgm:pt modelId="{E0FA0013-C132-4AEB-A739-EF4979E9555A}" type="pres">
      <dgm:prSet presAssocID="{E0CA5D9E-7A2E-4DE8-B584-4B1DF00ACEF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B6F6D6F2-2488-4573-A6DB-50961EFA6A84}" type="pres">
      <dgm:prSet presAssocID="{E0CA5D9E-7A2E-4DE8-B584-4B1DF00ACEFD}" presName="spaceRect" presStyleCnt="0"/>
      <dgm:spPr/>
    </dgm:pt>
    <dgm:pt modelId="{E1C03D78-5BC3-4433-9EC7-04B4C2A397F9}" type="pres">
      <dgm:prSet presAssocID="{E0CA5D9E-7A2E-4DE8-B584-4B1DF00ACEF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3735B67-B8AD-4DA9-A93A-B575E67F3A40}" type="presOf" srcId="{21661975-4F9B-4C87-BFB2-D7D080896D9B}" destId="{EF77F263-41E2-45C3-8171-128E53D2974B}" srcOrd="0" destOrd="0" presId="urn:microsoft.com/office/officeart/2018/2/layout/IconVerticalSolidList"/>
    <dgm:cxn modelId="{A5E6EC6A-93E4-4D27-B72F-25B3EBBB4DC6}" type="presOf" srcId="{B7B8163F-79BC-40FF-9FF0-7B4AF478E3DC}" destId="{149A85A3-5DDF-4809-885B-B489F2A4AC29}" srcOrd="0" destOrd="0" presId="urn:microsoft.com/office/officeart/2018/2/layout/IconVerticalSolidList"/>
    <dgm:cxn modelId="{8D8F556B-720F-478A-93C5-899AB2E65B82}" srcId="{460A01EC-0256-4046-ACD1-94F340EBE63B}" destId="{E0CA5D9E-7A2E-4DE8-B584-4B1DF00ACEFD}" srcOrd="4" destOrd="0" parTransId="{921C4776-D9BE-49C7-9BC7-E03BC080B620}" sibTransId="{3E8FCAB1-636B-4E30-BE9A-354B0E25DAF1}"/>
    <dgm:cxn modelId="{8B56566F-5553-4316-A1C9-A716478B87E2}" srcId="{460A01EC-0256-4046-ACD1-94F340EBE63B}" destId="{0FBCFBB6-2470-4FC5-BD0E-9A59B5F9746A}" srcOrd="0" destOrd="0" parTransId="{99A414EC-CEE5-454D-96D9-2BD0BE5F8FBD}" sibTransId="{43BCC413-4BBD-4AC1-88FF-127ECFEDCC84}"/>
    <dgm:cxn modelId="{04137D75-EC34-4E2D-A026-E4DBB8699F15}" srcId="{460A01EC-0256-4046-ACD1-94F340EBE63B}" destId="{A43C71DF-68AD-47FB-88A7-791AB1D0BBE5}" srcOrd="2" destOrd="0" parTransId="{55C8B947-097A-41CA-804E-2BE4F5C6D359}" sibTransId="{75FC459E-9AB4-49D5-A46E-0F1F83794745}"/>
    <dgm:cxn modelId="{A590B191-BEAC-46D4-9040-DA4841B34BCF}" type="presOf" srcId="{0FBCFBB6-2470-4FC5-BD0E-9A59B5F9746A}" destId="{85007735-94B0-4492-BCEA-59206A2BF12E}" srcOrd="0" destOrd="0" presId="urn:microsoft.com/office/officeart/2018/2/layout/IconVerticalSolidList"/>
    <dgm:cxn modelId="{50F87E95-D857-48E7-926E-9C1347638D0B}" type="presOf" srcId="{E0CA5D9E-7A2E-4DE8-B584-4B1DF00ACEFD}" destId="{E1C03D78-5BC3-4433-9EC7-04B4C2A397F9}" srcOrd="0" destOrd="0" presId="urn:microsoft.com/office/officeart/2018/2/layout/IconVerticalSolidList"/>
    <dgm:cxn modelId="{B1CB04AE-C016-4E8B-B89C-612FF1DBCCC9}" type="presOf" srcId="{460A01EC-0256-4046-ACD1-94F340EBE63B}" destId="{1D2A179F-5514-439B-BB33-8B7A3230C776}" srcOrd="0" destOrd="0" presId="urn:microsoft.com/office/officeart/2018/2/layout/IconVerticalSolidList"/>
    <dgm:cxn modelId="{98803ED1-EDE7-4CFB-99C0-614ECCFFFB49}" srcId="{460A01EC-0256-4046-ACD1-94F340EBE63B}" destId="{21661975-4F9B-4C87-BFB2-D7D080896D9B}" srcOrd="3" destOrd="0" parTransId="{57FAC651-9FD9-4007-8EC3-29D93E2D5C48}" sibTransId="{8C1A43B6-514D-4942-8478-1EA201327123}"/>
    <dgm:cxn modelId="{E908B0E0-F91B-423D-9A1A-9282CEE14D92}" type="presOf" srcId="{A43C71DF-68AD-47FB-88A7-791AB1D0BBE5}" destId="{307EB480-3396-4DCF-8E97-AECB7BFCFAC0}" srcOrd="0" destOrd="0" presId="urn:microsoft.com/office/officeart/2018/2/layout/IconVerticalSolidList"/>
    <dgm:cxn modelId="{B28E1AFE-E474-4EC6-97BF-BAB89CB21D19}" srcId="{460A01EC-0256-4046-ACD1-94F340EBE63B}" destId="{B7B8163F-79BC-40FF-9FF0-7B4AF478E3DC}" srcOrd="1" destOrd="0" parTransId="{67D34BDB-3AB7-4F9C-B9FE-A2FEDE16FAFD}" sibTransId="{867E111D-B93F-43A8-A888-EA400E783DC1}"/>
    <dgm:cxn modelId="{09784E2F-3F38-40EE-86A9-FD14AF46F0EF}" type="presParOf" srcId="{1D2A179F-5514-439B-BB33-8B7A3230C776}" destId="{672B3433-5A86-498D-BCD2-0170C868CC0F}" srcOrd="0" destOrd="0" presId="urn:microsoft.com/office/officeart/2018/2/layout/IconVerticalSolidList"/>
    <dgm:cxn modelId="{C53641A7-F315-486D-818C-5DD9D5679872}" type="presParOf" srcId="{672B3433-5A86-498D-BCD2-0170C868CC0F}" destId="{5C8F6DDF-FE89-41E7-9EEE-F3A9F1D9CBEC}" srcOrd="0" destOrd="0" presId="urn:microsoft.com/office/officeart/2018/2/layout/IconVerticalSolidList"/>
    <dgm:cxn modelId="{65D0012F-EC32-43E1-A9A8-9A3209A94EF5}" type="presParOf" srcId="{672B3433-5A86-498D-BCD2-0170C868CC0F}" destId="{CFECCB56-8941-4E78-8E14-AB03A89950CA}" srcOrd="1" destOrd="0" presId="urn:microsoft.com/office/officeart/2018/2/layout/IconVerticalSolidList"/>
    <dgm:cxn modelId="{CC4FE34E-592C-4A28-B9C8-446C32AFB0D6}" type="presParOf" srcId="{672B3433-5A86-498D-BCD2-0170C868CC0F}" destId="{4A47F3CF-C854-4ED3-B58F-0922E0BBB17C}" srcOrd="2" destOrd="0" presId="urn:microsoft.com/office/officeart/2018/2/layout/IconVerticalSolidList"/>
    <dgm:cxn modelId="{C0339204-9FB3-45E7-98B8-28289F731B3A}" type="presParOf" srcId="{672B3433-5A86-498D-BCD2-0170C868CC0F}" destId="{85007735-94B0-4492-BCEA-59206A2BF12E}" srcOrd="3" destOrd="0" presId="urn:microsoft.com/office/officeart/2018/2/layout/IconVerticalSolidList"/>
    <dgm:cxn modelId="{BA6FEBDD-DF30-47E3-A9A9-ADAE4DA183D8}" type="presParOf" srcId="{1D2A179F-5514-439B-BB33-8B7A3230C776}" destId="{8DEEE701-A902-483E-8C97-674F36462461}" srcOrd="1" destOrd="0" presId="urn:microsoft.com/office/officeart/2018/2/layout/IconVerticalSolidList"/>
    <dgm:cxn modelId="{50131AD0-E9CB-4E42-BE11-6D7EEBF91E29}" type="presParOf" srcId="{1D2A179F-5514-439B-BB33-8B7A3230C776}" destId="{0813E4F5-9589-4EA4-A868-1EEE17F34853}" srcOrd="2" destOrd="0" presId="urn:microsoft.com/office/officeart/2018/2/layout/IconVerticalSolidList"/>
    <dgm:cxn modelId="{0CF0C7BF-B64B-4EB1-8FCF-8AE84869CD46}" type="presParOf" srcId="{0813E4F5-9589-4EA4-A868-1EEE17F34853}" destId="{713E750D-1DB7-47EB-9922-9A5449202DD3}" srcOrd="0" destOrd="0" presId="urn:microsoft.com/office/officeart/2018/2/layout/IconVerticalSolidList"/>
    <dgm:cxn modelId="{07AF8FC0-9E16-4B8B-8AF7-44EEEC79BDEB}" type="presParOf" srcId="{0813E4F5-9589-4EA4-A868-1EEE17F34853}" destId="{2D85A89E-84A4-4B95-B656-38E89A83A107}" srcOrd="1" destOrd="0" presId="urn:microsoft.com/office/officeart/2018/2/layout/IconVerticalSolidList"/>
    <dgm:cxn modelId="{53AEBB9C-2368-4192-A8AC-F418E4E988DD}" type="presParOf" srcId="{0813E4F5-9589-4EA4-A868-1EEE17F34853}" destId="{09E4BE8D-F3BF-4853-B3C6-A42AFBBE45D2}" srcOrd="2" destOrd="0" presId="urn:microsoft.com/office/officeart/2018/2/layout/IconVerticalSolidList"/>
    <dgm:cxn modelId="{8CA12557-910D-43D4-86F4-B485808C7895}" type="presParOf" srcId="{0813E4F5-9589-4EA4-A868-1EEE17F34853}" destId="{149A85A3-5DDF-4809-885B-B489F2A4AC29}" srcOrd="3" destOrd="0" presId="urn:microsoft.com/office/officeart/2018/2/layout/IconVerticalSolidList"/>
    <dgm:cxn modelId="{D6D17CF0-E8C8-4981-B46C-86EEC7DD1A2C}" type="presParOf" srcId="{1D2A179F-5514-439B-BB33-8B7A3230C776}" destId="{AB6C93EA-CB07-4210-A9C6-4FBDE2649EBB}" srcOrd="3" destOrd="0" presId="urn:microsoft.com/office/officeart/2018/2/layout/IconVerticalSolidList"/>
    <dgm:cxn modelId="{C8AFA5DE-A94B-4540-A4F7-CB220936B841}" type="presParOf" srcId="{1D2A179F-5514-439B-BB33-8B7A3230C776}" destId="{021F4D6D-AC27-4210-88F3-89A5BF9CC483}" srcOrd="4" destOrd="0" presId="urn:microsoft.com/office/officeart/2018/2/layout/IconVerticalSolidList"/>
    <dgm:cxn modelId="{357AB3B0-BF70-40BB-AF54-64F0F05C9969}" type="presParOf" srcId="{021F4D6D-AC27-4210-88F3-89A5BF9CC483}" destId="{B4B9562A-A04E-41DD-8231-2E4939C18027}" srcOrd="0" destOrd="0" presId="urn:microsoft.com/office/officeart/2018/2/layout/IconVerticalSolidList"/>
    <dgm:cxn modelId="{27507A16-C3C1-4C5E-ABAF-52F7B220888A}" type="presParOf" srcId="{021F4D6D-AC27-4210-88F3-89A5BF9CC483}" destId="{67C3E40E-A6A3-4EA0-A026-BEA8191F7F68}" srcOrd="1" destOrd="0" presId="urn:microsoft.com/office/officeart/2018/2/layout/IconVerticalSolidList"/>
    <dgm:cxn modelId="{4D8BD5B8-6E3E-4CBB-8E2C-3FE6EA12CACB}" type="presParOf" srcId="{021F4D6D-AC27-4210-88F3-89A5BF9CC483}" destId="{448F6600-5497-4AD2-9BAE-F5D9A6BA456F}" srcOrd="2" destOrd="0" presId="urn:microsoft.com/office/officeart/2018/2/layout/IconVerticalSolidList"/>
    <dgm:cxn modelId="{07A2B8D9-4E49-4BA2-8D29-8F18CD2B2D31}" type="presParOf" srcId="{021F4D6D-AC27-4210-88F3-89A5BF9CC483}" destId="{307EB480-3396-4DCF-8E97-AECB7BFCFAC0}" srcOrd="3" destOrd="0" presId="urn:microsoft.com/office/officeart/2018/2/layout/IconVerticalSolidList"/>
    <dgm:cxn modelId="{F1D35482-0E2E-45AA-BE94-D2A92E3C9E5E}" type="presParOf" srcId="{1D2A179F-5514-439B-BB33-8B7A3230C776}" destId="{6AA718F8-E0C2-46C3-BDE9-D04E487D7BAF}" srcOrd="5" destOrd="0" presId="urn:microsoft.com/office/officeart/2018/2/layout/IconVerticalSolidList"/>
    <dgm:cxn modelId="{437005B2-EE00-4FA8-BE43-DC9863CDE726}" type="presParOf" srcId="{1D2A179F-5514-439B-BB33-8B7A3230C776}" destId="{8D171994-017A-416F-A4E3-75724A949533}" srcOrd="6" destOrd="0" presId="urn:microsoft.com/office/officeart/2018/2/layout/IconVerticalSolidList"/>
    <dgm:cxn modelId="{546026C4-B288-4C59-9526-658EA02405E7}" type="presParOf" srcId="{8D171994-017A-416F-A4E3-75724A949533}" destId="{BF19981F-241A-43C4-A85D-0B6980491D11}" srcOrd="0" destOrd="0" presId="urn:microsoft.com/office/officeart/2018/2/layout/IconVerticalSolidList"/>
    <dgm:cxn modelId="{62D9EC9C-4C6D-4C98-8C7A-63CD0825639E}" type="presParOf" srcId="{8D171994-017A-416F-A4E3-75724A949533}" destId="{BAA2D595-DAC5-4171-813C-9C4A605EFCB2}" srcOrd="1" destOrd="0" presId="urn:microsoft.com/office/officeart/2018/2/layout/IconVerticalSolidList"/>
    <dgm:cxn modelId="{4A4C03E4-4DC8-4307-B5F5-BE65AA9522BC}" type="presParOf" srcId="{8D171994-017A-416F-A4E3-75724A949533}" destId="{7E4F334F-90A5-413B-AE2F-7C2EFA36B959}" srcOrd="2" destOrd="0" presId="urn:microsoft.com/office/officeart/2018/2/layout/IconVerticalSolidList"/>
    <dgm:cxn modelId="{9351EEF6-58FC-4FBF-9E87-A399AD3C5C73}" type="presParOf" srcId="{8D171994-017A-416F-A4E3-75724A949533}" destId="{EF77F263-41E2-45C3-8171-128E53D2974B}" srcOrd="3" destOrd="0" presId="urn:microsoft.com/office/officeart/2018/2/layout/IconVerticalSolidList"/>
    <dgm:cxn modelId="{27E90FB9-B895-438B-BDDA-511A0621ED90}" type="presParOf" srcId="{1D2A179F-5514-439B-BB33-8B7A3230C776}" destId="{CEE581C2-7FCC-4655-B7EA-9BCD6B46EFC7}" srcOrd="7" destOrd="0" presId="urn:microsoft.com/office/officeart/2018/2/layout/IconVerticalSolidList"/>
    <dgm:cxn modelId="{B0F3D8C5-3C06-4026-B136-3A07AC87177D}" type="presParOf" srcId="{1D2A179F-5514-439B-BB33-8B7A3230C776}" destId="{C32DC80A-D1DA-428D-9268-3EA7A5D37489}" srcOrd="8" destOrd="0" presId="urn:microsoft.com/office/officeart/2018/2/layout/IconVerticalSolidList"/>
    <dgm:cxn modelId="{A391FDAD-0F29-4AD4-9AD9-662B14E51C09}" type="presParOf" srcId="{C32DC80A-D1DA-428D-9268-3EA7A5D37489}" destId="{C25535BB-A266-4951-AF6E-7CCCF949ADF7}" srcOrd="0" destOrd="0" presId="urn:microsoft.com/office/officeart/2018/2/layout/IconVerticalSolidList"/>
    <dgm:cxn modelId="{F525B597-75C0-4607-AF45-782C4DC09B40}" type="presParOf" srcId="{C32DC80A-D1DA-428D-9268-3EA7A5D37489}" destId="{E0FA0013-C132-4AEB-A739-EF4979E9555A}" srcOrd="1" destOrd="0" presId="urn:microsoft.com/office/officeart/2018/2/layout/IconVerticalSolidList"/>
    <dgm:cxn modelId="{CCBE7BC3-D64B-4D3B-B16D-173785293EEF}" type="presParOf" srcId="{C32DC80A-D1DA-428D-9268-3EA7A5D37489}" destId="{B6F6D6F2-2488-4573-A6DB-50961EFA6A84}" srcOrd="2" destOrd="0" presId="urn:microsoft.com/office/officeart/2018/2/layout/IconVerticalSolidList"/>
    <dgm:cxn modelId="{9F4E2684-8CD4-4F1A-BA1C-40D78CB0DA5F}" type="presParOf" srcId="{C32DC80A-D1DA-428D-9268-3EA7A5D37489}" destId="{E1C03D78-5BC3-4433-9EC7-04B4C2A397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7763641-15BC-4009-B785-4B36C212B49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33853876-FB5D-4831-B8D4-99C2539E68CD}">
      <dgm:prSet phldrT="[Text]"/>
      <dgm:spPr/>
      <dgm:t>
        <a:bodyPr/>
        <a:lstStyle/>
        <a:p>
          <a:pPr>
            <a:buNone/>
          </a:pPr>
          <a:r>
            <a:rPr lang="en-ZA" b="1" dirty="0"/>
            <a:t>Audit </a:t>
          </a:r>
          <a:br>
            <a:rPr lang="en-ZA" dirty="0"/>
          </a:br>
          <a:r>
            <a:rPr lang="en-ZA" dirty="0"/>
            <a:t>Check the data, labels and experiment.</a:t>
          </a:r>
        </a:p>
      </dgm:t>
    </dgm:pt>
    <dgm:pt modelId="{261030F9-73A8-46C0-9187-0737328AC671}" type="parTrans" cxnId="{A219458D-942A-490C-9F7B-B68943A75344}">
      <dgm:prSet/>
      <dgm:spPr/>
      <dgm:t>
        <a:bodyPr/>
        <a:lstStyle/>
        <a:p>
          <a:endParaRPr lang="en-ZA"/>
        </a:p>
      </dgm:t>
    </dgm:pt>
    <dgm:pt modelId="{6A535D9C-9DD3-4090-A16C-942321CB2ECD}" type="sibTrans" cxnId="{A219458D-942A-490C-9F7B-B68943A75344}">
      <dgm:prSet/>
      <dgm:spPr/>
      <dgm:t>
        <a:bodyPr/>
        <a:lstStyle/>
        <a:p>
          <a:endParaRPr lang="en-ZA"/>
        </a:p>
      </dgm:t>
    </dgm:pt>
    <dgm:pt modelId="{5E8CA805-CE30-48CF-9DFA-E24CE4423D2F}">
      <dgm:prSet/>
      <dgm:spPr/>
      <dgm:t>
        <a:bodyPr/>
        <a:lstStyle/>
        <a:p>
          <a:pPr>
            <a:buNone/>
          </a:pPr>
          <a:r>
            <a:rPr lang="en-ZA" b="1" dirty="0"/>
            <a:t>Improve</a:t>
          </a:r>
          <a:br>
            <a:rPr lang="en-ZA" dirty="0"/>
          </a:br>
          <a:r>
            <a:rPr lang="en-ZA" b="0" dirty="0"/>
            <a:t>Investigate features and model behaviour.</a:t>
          </a:r>
        </a:p>
      </dgm:t>
    </dgm:pt>
    <dgm:pt modelId="{09D3ECCD-69A5-4EBF-874D-268FC32F749B}" type="parTrans" cxnId="{8C26137E-115A-4875-A95B-D586D979BFEC}">
      <dgm:prSet/>
      <dgm:spPr/>
      <dgm:t>
        <a:bodyPr/>
        <a:lstStyle/>
        <a:p>
          <a:endParaRPr lang="en-ZA"/>
        </a:p>
      </dgm:t>
    </dgm:pt>
    <dgm:pt modelId="{F8B8939E-5884-4021-AA77-FF08843738AB}" type="sibTrans" cxnId="{8C26137E-115A-4875-A95B-D586D979BFEC}">
      <dgm:prSet/>
      <dgm:spPr/>
      <dgm:t>
        <a:bodyPr/>
        <a:lstStyle/>
        <a:p>
          <a:endParaRPr lang="en-ZA"/>
        </a:p>
      </dgm:t>
    </dgm:pt>
    <dgm:pt modelId="{8C67ECB4-207F-4C1E-AAB6-4F43457BE674}">
      <dgm:prSet/>
      <dgm:spPr/>
      <dgm:t>
        <a:bodyPr/>
        <a:lstStyle/>
        <a:p>
          <a:pPr>
            <a:buNone/>
          </a:pPr>
          <a:r>
            <a:rPr lang="en-ZA" b="1" dirty="0"/>
            <a:t>Re-test</a:t>
          </a:r>
          <a:br>
            <a:rPr lang="en-ZA" dirty="0"/>
          </a:br>
          <a:r>
            <a:rPr lang="en-ZA" dirty="0"/>
            <a:t>Establish reliable performance before operational use.</a:t>
          </a:r>
        </a:p>
      </dgm:t>
    </dgm:pt>
    <dgm:pt modelId="{FE1BCA9A-18E9-4170-A5CA-E2BAE36B1EF5}" type="parTrans" cxnId="{F85E0552-FEC0-49CA-B8DD-9C2D486C9376}">
      <dgm:prSet/>
      <dgm:spPr/>
      <dgm:t>
        <a:bodyPr/>
        <a:lstStyle/>
        <a:p>
          <a:endParaRPr lang="en-ZA"/>
        </a:p>
      </dgm:t>
    </dgm:pt>
    <dgm:pt modelId="{2F69891D-D62B-4EBD-A207-A1D49E1DF638}" type="sibTrans" cxnId="{F85E0552-FEC0-49CA-B8DD-9C2D486C9376}">
      <dgm:prSet/>
      <dgm:spPr/>
      <dgm:t>
        <a:bodyPr/>
        <a:lstStyle/>
        <a:p>
          <a:endParaRPr lang="en-ZA"/>
        </a:p>
      </dgm:t>
    </dgm:pt>
    <dgm:pt modelId="{38B4A34B-B61F-4763-BB24-BB6E55418DBE}" type="pres">
      <dgm:prSet presAssocID="{07763641-15BC-4009-B785-4B36C212B49C}" presName="diagram" presStyleCnt="0">
        <dgm:presLayoutVars>
          <dgm:dir/>
          <dgm:resizeHandles val="exact"/>
        </dgm:presLayoutVars>
      </dgm:prSet>
      <dgm:spPr/>
    </dgm:pt>
    <dgm:pt modelId="{A65398BB-04F4-4251-AD32-F4C6FB61A46B}" type="pres">
      <dgm:prSet presAssocID="{33853876-FB5D-4831-B8D4-99C2539E68CD}" presName="node" presStyleLbl="node1" presStyleIdx="0" presStyleCnt="3">
        <dgm:presLayoutVars>
          <dgm:bulletEnabled val="1"/>
        </dgm:presLayoutVars>
      </dgm:prSet>
      <dgm:spPr/>
    </dgm:pt>
    <dgm:pt modelId="{B4444AA4-F2EE-48A3-BD75-27DBECE1AECC}" type="pres">
      <dgm:prSet presAssocID="{6A535D9C-9DD3-4090-A16C-942321CB2ECD}" presName="sibTrans" presStyleCnt="0"/>
      <dgm:spPr/>
    </dgm:pt>
    <dgm:pt modelId="{5004097A-DC2D-470F-A2E2-41F29E5CB4CA}" type="pres">
      <dgm:prSet presAssocID="{5E8CA805-CE30-48CF-9DFA-E24CE4423D2F}" presName="node" presStyleLbl="node1" presStyleIdx="1" presStyleCnt="3">
        <dgm:presLayoutVars>
          <dgm:bulletEnabled val="1"/>
        </dgm:presLayoutVars>
      </dgm:prSet>
      <dgm:spPr/>
    </dgm:pt>
    <dgm:pt modelId="{621DEA7B-0B9E-4986-BBB1-1CB1A0D9A928}" type="pres">
      <dgm:prSet presAssocID="{F8B8939E-5884-4021-AA77-FF08843738AB}" presName="sibTrans" presStyleCnt="0"/>
      <dgm:spPr/>
    </dgm:pt>
    <dgm:pt modelId="{6F8A967F-5047-4E37-AC31-9AB8F62DDC1E}" type="pres">
      <dgm:prSet presAssocID="{8C67ECB4-207F-4C1E-AAB6-4F43457BE674}" presName="node" presStyleLbl="node1" presStyleIdx="2" presStyleCnt="3">
        <dgm:presLayoutVars>
          <dgm:bulletEnabled val="1"/>
        </dgm:presLayoutVars>
      </dgm:prSet>
      <dgm:spPr/>
    </dgm:pt>
  </dgm:ptLst>
  <dgm:cxnLst>
    <dgm:cxn modelId="{5C295742-9D2F-4D9A-AECD-9DBD40DC47F0}" type="presOf" srcId="{33853876-FB5D-4831-B8D4-99C2539E68CD}" destId="{A65398BB-04F4-4251-AD32-F4C6FB61A46B}" srcOrd="0" destOrd="0" presId="urn:microsoft.com/office/officeart/2005/8/layout/default"/>
    <dgm:cxn modelId="{F85E0552-FEC0-49CA-B8DD-9C2D486C9376}" srcId="{07763641-15BC-4009-B785-4B36C212B49C}" destId="{8C67ECB4-207F-4C1E-AAB6-4F43457BE674}" srcOrd="2" destOrd="0" parTransId="{FE1BCA9A-18E9-4170-A5CA-E2BAE36B1EF5}" sibTransId="{2F69891D-D62B-4EBD-A207-A1D49E1DF638}"/>
    <dgm:cxn modelId="{8C26137E-115A-4875-A95B-D586D979BFEC}" srcId="{07763641-15BC-4009-B785-4B36C212B49C}" destId="{5E8CA805-CE30-48CF-9DFA-E24CE4423D2F}" srcOrd="1" destOrd="0" parTransId="{09D3ECCD-69A5-4EBF-874D-268FC32F749B}" sibTransId="{F8B8939E-5884-4021-AA77-FF08843738AB}"/>
    <dgm:cxn modelId="{A219458D-942A-490C-9F7B-B68943A75344}" srcId="{07763641-15BC-4009-B785-4B36C212B49C}" destId="{33853876-FB5D-4831-B8D4-99C2539E68CD}" srcOrd="0" destOrd="0" parTransId="{261030F9-73A8-46C0-9187-0737328AC671}" sibTransId="{6A535D9C-9DD3-4090-A16C-942321CB2ECD}"/>
    <dgm:cxn modelId="{9F8FC68E-E1A2-4FEB-A8C1-F3A756E08DD1}" type="presOf" srcId="{8C67ECB4-207F-4C1E-AAB6-4F43457BE674}" destId="{6F8A967F-5047-4E37-AC31-9AB8F62DDC1E}" srcOrd="0" destOrd="0" presId="urn:microsoft.com/office/officeart/2005/8/layout/default"/>
    <dgm:cxn modelId="{E2FFB6D7-11FF-4A48-A5AF-B06F326D0130}" type="presOf" srcId="{07763641-15BC-4009-B785-4B36C212B49C}" destId="{38B4A34B-B61F-4763-BB24-BB6E55418DBE}" srcOrd="0" destOrd="0" presId="urn:microsoft.com/office/officeart/2005/8/layout/default"/>
    <dgm:cxn modelId="{100649F7-B9E7-4005-AC30-FE2089CB8A07}" type="presOf" srcId="{5E8CA805-CE30-48CF-9DFA-E24CE4423D2F}" destId="{5004097A-DC2D-470F-A2E2-41F29E5CB4CA}" srcOrd="0" destOrd="0" presId="urn:microsoft.com/office/officeart/2005/8/layout/default"/>
    <dgm:cxn modelId="{198268B8-B7D1-47AB-8E6F-245B5140EEAD}" type="presParOf" srcId="{38B4A34B-B61F-4763-BB24-BB6E55418DBE}" destId="{A65398BB-04F4-4251-AD32-F4C6FB61A46B}" srcOrd="0" destOrd="0" presId="urn:microsoft.com/office/officeart/2005/8/layout/default"/>
    <dgm:cxn modelId="{5B93C45C-6628-4537-85D2-AEDB5AFFE1C3}" type="presParOf" srcId="{38B4A34B-B61F-4763-BB24-BB6E55418DBE}" destId="{B4444AA4-F2EE-48A3-BD75-27DBECE1AECC}" srcOrd="1" destOrd="0" presId="urn:microsoft.com/office/officeart/2005/8/layout/default"/>
    <dgm:cxn modelId="{5204964C-28D0-4606-BA78-BAE80195D330}" type="presParOf" srcId="{38B4A34B-B61F-4763-BB24-BB6E55418DBE}" destId="{5004097A-DC2D-470F-A2E2-41F29E5CB4CA}" srcOrd="2" destOrd="0" presId="urn:microsoft.com/office/officeart/2005/8/layout/default"/>
    <dgm:cxn modelId="{665697D0-DBA1-4310-A749-E1619767EEFC}" type="presParOf" srcId="{38B4A34B-B61F-4763-BB24-BB6E55418DBE}" destId="{621DEA7B-0B9E-4986-BBB1-1CB1A0D9A928}" srcOrd="3" destOrd="0" presId="urn:microsoft.com/office/officeart/2005/8/layout/default"/>
    <dgm:cxn modelId="{608085EC-D912-44B8-9FDA-264EE977D480}" type="presParOf" srcId="{38B4A34B-B61F-4763-BB24-BB6E55418DBE}" destId="{6F8A967F-5047-4E37-AC31-9AB8F62DDC1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7FF7804-0700-4808-B830-E81020D8260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FC8C5E-004A-4388-9DF6-40DBA401C958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Defined a churn-prediction problem and its data requirements.</a:t>
          </a:r>
          <a:endParaRPr lang="en-US"/>
        </a:p>
      </dgm:t>
    </dgm:pt>
    <dgm:pt modelId="{7B2A6E7E-A3DB-49E1-AE74-EF05803E1486}" type="parTrans" cxnId="{4B0975C8-1688-4C6F-A6FF-F81B0E01D229}">
      <dgm:prSet/>
      <dgm:spPr/>
      <dgm:t>
        <a:bodyPr/>
        <a:lstStyle/>
        <a:p>
          <a:endParaRPr lang="en-US"/>
        </a:p>
      </dgm:t>
    </dgm:pt>
    <dgm:pt modelId="{0C4F85FC-BE01-4C4C-94D6-F66F62091DB0}" type="sibTrans" cxnId="{4B0975C8-1688-4C6F-A6FF-F81B0E01D229}">
      <dgm:prSet/>
      <dgm:spPr/>
      <dgm:t>
        <a:bodyPr/>
        <a:lstStyle/>
        <a:p>
          <a:endParaRPr lang="en-US"/>
        </a:p>
      </dgm:t>
    </dgm:pt>
    <dgm:pt modelId="{A2F99A3A-5CB2-4CCA-A5A6-0FC24FA0BC5C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Developed a reproducible data preparation and modelling workflow.</a:t>
          </a:r>
          <a:endParaRPr lang="en-US"/>
        </a:p>
      </dgm:t>
    </dgm:pt>
    <dgm:pt modelId="{B1AB563F-E22C-48EF-816D-D946A30152B4}" type="parTrans" cxnId="{8C292413-7A0F-4E43-BD4F-A265211A53D1}">
      <dgm:prSet/>
      <dgm:spPr/>
      <dgm:t>
        <a:bodyPr/>
        <a:lstStyle/>
        <a:p>
          <a:endParaRPr lang="en-US"/>
        </a:p>
      </dgm:t>
    </dgm:pt>
    <dgm:pt modelId="{11293D87-ED85-48CA-B638-AA2CF0F48B80}" type="sibTrans" cxnId="{8C292413-7A0F-4E43-BD4F-A265211A53D1}">
      <dgm:prSet/>
      <dgm:spPr/>
      <dgm:t>
        <a:bodyPr/>
        <a:lstStyle/>
        <a:p>
          <a:endParaRPr lang="en-US"/>
        </a:p>
      </dgm:t>
    </dgm:pt>
    <dgm:pt modelId="{230EC242-7954-4EA7-A45D-D46E3A3D98C3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Evaluated performance using chronological validation and test periods.</a:t>
          </a:r>
          <a:endParaRPr lang="en-US"/>
        </a:p>
      </dgm:t>
    </dgm:pt>
    <dgm:pt modelId="{13934A92-44ED-4657-A1FB-A39227F629D9}" type="parTrans" cxnId="{B2023398-7007-47B6-AA37-1174EB63E270}">
      <dgm:prSet/>
      <dgm:spPr/>
      <dgm:t>
        <a:bodyPr/>
        <a:lstStyle/>
        <a:p>
          <a:endParaRPr lang="en-US"/>
        </a:p>
      </dgm:t>
    </dgm:pt>
    <dgm:pt modelId="{E4DFFE27-4F12-428E-8BDE-AF4C77957FA2}" type="sibTrans" cxnId="{B2023398-7007-47B6-AA37-1174EB63E270}">
      <dgm:prSet/>
      <dgm:spPr/>
      <dgm:t>
        <a:bodyPr/>
        <a:lstStyle/>
        <a:p>
          <a:endParaRPr lang="en-US"/>
        </a:p>
      </dgm:t>
    </dgm:pt>
    <dgm:pt modelId="{02834925-CAB8-4F95-92AE-499B438752A7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Identified limitations that prevent operational use.</a:t>
          </a:r>
          <a:endParaRPr lang="en-US"/>
        </a:p>
      </dgm:t>
    </dgm:pt>
    <dgm:pt modelId="{A106A3AD-70FB-4F14-AA55-AB172B4F6042}" type="parTrans" cxnId="{A8B5E5CC-FA3A-4CD0-8DFE-09CABCFACC31}">
      <dgm:prSet/>
      <dgm:spPr/>
      <dgm:t>
        <a:bodyPr/>
        <a:lstStyle/>
        <a:p>
          <a:endParaRPr lang="en-US"/>
        </a:p>
      </dgm:t>
    </dgm:pt>
    <dgm:pt modelId="{BE31C738-A9AB-4541-8088-F96F14ED0034}" type="sibTrans" cxnId="{A8B5E5CC-FA3A-4CD0-8DFE-09CABCFACC31}">
      <dgm:prSet/>
      <dgm:spPr/>
      <dgm:t>
        <a:bodyPr/>
        <a:lstStyle/>
        <a:p>
          <a:endParaRPr lang="en-US"/>
        </a:p>
      </dgm:t>
    </dgm:pt>
    <dgm:pt modelId="{330BCEC1-3003-4D6B-A41B-C8A2253C63B6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Established clear priorities for further investigation.</a:t>
          </a:r>
          <a:endParaRPr lang="en-US"/>
        </a:p>
      </dgm:t>
    </dgm:pt>
    <dgm:pt modelId="{FCB9E986-D2ED-4AB4-B82E-36F6186B7223}" type="parTrans" cxnId="{F41E8B86-C3F3-4EDD-B84E-C6252685FA79}">
      <dgm:prSet/>
      <dgm:spPr/>
      <dgm:t>
        <a:bodyPr/>
        <a:lstStyle/>
        <a:p>
          <a:endParaRPr lang="en-US"/>
        </a:p>
      </dgm:t>
    </dgm:pt>
    <dgm:pt modelId="{F8BCA239-75E3-4FF0-B7CD-E208E7CF3530}" type="sibTrans" cxnId="{F41E8B86-C3F3-4EDD-B84E-C6252685FA79}">
      <dgm:prSet/>
      <dgm:spPr/>
      <dgm:t>
        <a:bodyPr/>
        <a:lstStyle/>
        <a:p>
          <a:endParaRPr lang="en-US"/>
        </a:p>
      </dgm:t>
    </dgm:pt>
    <dgm:pt modelId="{27D872FF-7377-4C8B-93C3-4822D5B0DD84}" type="pres">
      <dgm:prSet presAssocID="{77FF7804-0700-4808-B830-E81020D82609}" presName="root" presStyleCnt="0">
        <dgm:presLayoutVars>
          <dgm:dir/>
          <dgm:resizeHandles val="exact"/>
        </dgm:presLayoutVars>
      </dgm:prSet>
      <dgm:spPr/>
    </dgm:pt>
    <dgm:pt modelId="{9554A748-8AD6-43D1-B8C8-2FBC7BBECD00}" type="pres">
      <dgm:prSet presAssocID="{02FC8C5E-004A-4388-9DF6-40DBA401C958}" presName="compNode" presStyleCnt="0"/>
      <dgm:spPr/>
    </dgm:pt>
    <dgm:pt modelId="{73FAB015-A901-452F-A613-553524BC20D0}" type="pres">
      <dgm:prSet presAssocID="{02FC8C5E-004A-4388-9DF6-40DBA401C958}" presName="bgRect" presStyleLbl="bgShp" presStyleIdx="0" presStyleCnt="5"/>
      <dgm:spPr/>
    </dgm:pt>
    <dgm:pt modelId="{8D6AE184-7EB6-4CC2-8D4F-8F49D53CC10B}" type="pres">
      <dgm:prSet presAssocID="{02FC8C5E-004A-4388-9DF6-40DBA401C95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3B108E10-C22B-4F2A-ACED-7C61ED764BAD}" type="pres">
      <dgm:prSet presAssocID="{02FC8C5E-004A-4388-9DF6-40DBA401C958}" presName="spaceRect" presStyleCnt="0"/>
      <dgm:spPr/>
    </dgm:pt>
    <dgm:pt modelId="{1533B165-619C-442D-BC08-14581B102B83}" type="pres">
      <dgm:prSet presAssocID="{02FC8C5E-004A-4388-9DF6-40DBA401C958}" presName="parTx" presStyleLbl="revTx" presStyleIdx="0" presStyleCnt="5">
        <dgm:presLayoutVars>
          <dgm:chMax val="0"/>
          <dgm:chPref val="0"/>
        </dgm:presLayoutVars>
      </dgm:prSet>
      <dgm:spPr/>
    </dgm:pt>
    <dgm:pt modelId="{B4CC98C9-DE44-44AF-9CF3-F583CFA2BF6A}" type="pres">
      <dgm:prSet presAssocID="{0C4F85FC-BE01-4C4C-94D6-F66F62091DB0}" presName="sibTrans" presStyleCnt="0"/>
      <dgm:spPr/>
    </dgm:pt>
    <dgm:pt modelId="{232E106A-7AAE-4D4B-8D98-6521EAC5ADD6}" type="pres">
      <dgm:prSet presAssocID="{A2F99A3A-5CB2-4CCA-A5A6-0FC24FA0BC5C}" presName="compNode" presStyleCnt="0"/>
      <dgm:spPr/>
    </dgm:pt>
    <dgm:pt modelId="{BAC41AA7-C83C-41A4-95D7-5EF11FD905F2}" type="pres">
      <dgm:prSet presAssocID="{A2F99A3A-5CB2-4CCA-A5A6-0FC24FA0BC5C}" presName="bgRect" presStyleLbl="bgShp" presStyleIdx="1" presStyleCnt="5"/>
      <dgm:spPr/>
    </dgm:pt>
    <dgm:pt modelId="{4E79964D-CEC4-4AE6-AB75-A8D1EB5D7C7C}" type="pres">
      <dgm:prSet presAssocID="{A2F99A3A-5CB2-4CCA-A5A6-0FC24FA0BC5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B62FB01-DDD4-44EE-B11B-287002248411}" type="pres">
      <dgm:prSet presAssocID="{A2F99A3A-5CB2-4CCA-A5A6-0FC24FA0BC5C}" presName="spaceRect" presStyleCnt="0"/>
      <dgm:spPr/>
    </dgm:pt>
    <dgm:pt modelId="{0CDB2475-EA8C-4806-9AA2-96E569E38D0B}" type="pres">
      <dgm:prSet presAssocID="{A2F99A3A-5CB2-4CCA-A5A6-0FC24FA0BC5C}" presName="parTx" presStyleLbl="revTx" presStyleIdx="1" presStyleCnt="5">
        <dgm:presLayoutVars>
          <dgm:chMax val="0"/>
          <dgm:chPref val="0"/>
        </dgm:presLayoutVars>
      </dgm:prSet>
      <dgm:spPr/>
    </dgm:pt>
    <dgm:pt modelId="{D113CC2D-D4D4-4358-B811-A7EA373B470B}" type="pres">
      <dgm:prSet presAssocID="{11293D87-ED85-48CA-B638-AA2CF0F48B80}" presName="sibTrans" presStyleCnt="0"/>
      <dgm:spPr/>
    </dgm:pt>
    <dgm:pt modelId="{02A178AC-F90D-47D3-9B6C-FEC23AF1CF1D}" type="pres">
      <dgm:prSet presAssocID="{230EC242-7954-4EA7-A45D-D46E3A3D98C3}" presName="compNode" presStyleCnt="0"/>
      <dgm:spPr/>
    </dgm:pt>
    <dgm:pt modelId="{A6623477-E2B3-4BE2-BB92-0D3F5C93B926}" type="pres">
      <dgm:prSet presAssocID="{230EC242-7954-4EA7-A45D-D46E3A3D98C3}" presName="bgRect" presStyleLbl="bgShp" presStyleIdx="2" presStyleCnt="5"/>
      <dgm:spPr/>
    </dgm:pt>
    <dgm:pt modelId="{F9F0336A-BEAD-45A7-AD64-C1CC962BD20D}" type="pres">
      <dgm:prSet presAssocID="{230EC242-7954-4EA7-A45D-D46E3A3D98C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833032BC-7BEF-44D3-9E98-70C10672DDC6}" type="pres">
      <dgm:prSet presAssocID="{230EC242-7954-4EA7-A45D-D46E3A3D98C3}" presName="spaceRect" presStyleCnt="0"/>
      <dgm:spPr/>
    </dgm:pt>
    <dgm:pt modelId="{C244BD35-7EC3-4E13-A994-6FB2E3E61A8F}" type="pres">
      <dgm:prSet presAssocID="{230EC242-7954-4EA7-A45D-D46E3A3D98C3}" presName="parTx" presStyleLbl="revTx" presStyleIdx="2" presStyleCnt="5">
        <dgm:presLayoutVars>
          <dgm:chMax val="0"/>
          <dgm:chPref val="0"/>
        </dgm:presLayoutVars>
      </dgm:prSet>
      <dgm:spPr/>
    </dgm:pt>
    <dgm:pt modelId="{FBFAD61F-623F-4B3C-AEE2-E5E136652277}" type="pres">
      <dgm:prSet presAssocID="{E4DFFE27-4F12-428E-8BDE-AF4C77957FA2}" presName="sibTrans" presStyleCnt="0"/>
      <dgm:spPr/>
    </dgm:pt>
    <dgm:pt modelId="{83006229-EE0E-4FDC-88FE-F20064430490}" type="pres">
      <dgm:prSet presAssocID="{02834925-CAB8-4F95-92AE-499B438752A7}" presName="compNode" presStyleCnt="0"/>
      <dgm:spPr/>
    </dgm:pt>
    <dgm:pt modelId="{ABC401F5-127D-44E2-9706-3E3209FD7FFF}" type="pres">
      <dgm:prSet presAssocID="{02834925-CAB8-4F95-92AE-499B438752A7}" presName="bgRect" presStyleLbl="bgShp" presStyleIdx="3" presStyleCnt="5"/>
      <dgm:spPr/>
    </dgm:pt>
    <dgm:pt modelId="{CB9606DB-076B-4832-BF39-469FC40D9330}" type="pres">
      <dgm:prSet presAssocID="{02834925-CAB8-4F95-92AE-499B438752A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DA1B7B8-38D3-457F-A582-1D8CC5326E12}" type="pres">
      <dgm:prSet presAssocID="{02834925-CAB8-4F95-92AE-499B438752A7}" presName="spaceRect" presStyleCnt="0"/>
      <dgm:spPr/>
    </dgm:pt>
    <dgm:pt modelId="{36AA17A0-652D-417E-A9C1-43071915071B}" type="pres">
      <dgm:prSet presAssocID="{02834925-CAB8-4F95-92AE-499B438752A7}" presName="parTx" presStyleLbl="revTx" presStyleIdx="3" presStyleCnt="5">
        <dgm:presLayoutVars>
          <dgm:chMax val="0"/>
          <dgm:chPref val="0"/>
        </dgm:presLayoutVars>
      </dgm:prSet>
      <dgm:spPr/>
    </dgm:pt>
    <dgm:pt modelId="{5957C894-F393-422A-9136-0618A3F18A1E}" type="pres">
      <dgm:prSet presAssocID="{BE31C738-A9AB-4541-8088-F96F14ED0034}" presName="sibTrans" presStyleCnt="0"/>
      <dgm:spPr/>
    </dgm:pt>
    <dgm:pt modelId="{DF049AF6-98B2-47F1-AD86-6118D6244140}" type="pres">
      <dgm:prSet presAssocID="{330BCEC1-3003-4D6B-A41B-C8A2253C63B6}" presName="compNode" presStyleCnt="0"/>
      <dgm:spPr/>
    </dgm:pt>
    <dgm:pt modelId="{0A13787B-53D7-4D4C-8351-6B45A1E3ABF7}" type="pres">
      <dgm:prSet presAssocID="{330BCEC1-3003-4D6B-A41B-C8A2253C63B6}" presName="bgRect" presStyleLbl="bgShp" presStyleIdx="4" presStyleCnt="5"/>
      <dgm:spPr/>
    </dgm:pt>
    <dgm:pt modelId="{32CD5660-9573-4DEF-9EA3-FDE778AFE333}" type="pres">
      <dgm:prSet presAssocID="{330BCEC1-3003-4D6B-A41B-C8A2253C63B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A7CFF6C-0746-48C3-94E0-46F4FA571BF7}" type="pres">
      <dgm:prSet presAssocID="{330BCEC1-3003-4D6B-A41B-C8A2253C63B6}" presName="spaceRect" presStyleCnt="0"/>
      <dgm:spPr/>
    </dgm:pt>
    <dgm:pt modelId="{49F04315-2741-4283-99A9-0AF8B86798A6}" type="pres">
      <dgm:prSet presAssocID="{330BCEC1-3003-4D6B-A41B-C8A2253C63B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C292413-7A0F-4E43-BD4F-A265211A53D1}" srcId="{77FF7804-0700-4808-B830-E81020D82609}" destId="{A2F99A3A-5CB2-4CCA-A5A6-0FC24FA0BC5C}" srcOrd="1" destOrd="0" parTransId="{B1AB563F-E22C-48EF-816D-D946A30152B4}" sibTransId="{11293D87-ED85-48CA-B638-AA2CF0F48B80}"/>
    <dgm:cxn modelId="{13E04E62-15F4-4668-880C-C058DD5E6382}" type="presOf" srcId="{330BCEC1-3003-4D6B-A41B-C8A2253C63B6}" destId="{49F04315-2741-4283-99A9-0AF8B86798A6}" srcOrd="0" destOrd="0" presId="urn:microsoft.com/office/officeart/2018/2/layout/IconVerticalSolidList"/>
    <dgm:cxn modelId="{8F3EDA77-54A0-48A1-B3A6-B392D999A8D3}" type="presOf" srcId="{A2F99A3A-5CB2-4CCA-A5A6-0FC24FA0BC5C}" destId="{0CDB2475-EA8C-4806-9AA2-96E569E38D0B}" srcOrd="0" destOrd="0" presId="urn:microsoft.com/office/officeart/2018/2/layout/IconVerticalSolidList"/>
    <dgm:cxn modelId="{E4801258-64A0-4F2B-91CF-C9D81F899BA5}" type="presOf" srcId="{230EC242-7954-4EA7-A45D-D46E3A3D98C3}" destId="{C244BD35-7EC3-4E13-A994-6FB2E3E61A8F}" srcOrd="0" destOrd="0" presId="urn:microsoft.com/office/officeart/2018/2/layout/IconVerticalSolidList"/>
    <dgm:cxn modelId="{F41E8B86-C3F3-4EDD-B84E-C6252685FA79}" srcId="{77FF7804-0700-4808-B830-E81020D82609}" destId="{330BCEC1-3003-4D6B-A41B-C8A2253C63B6}" srcOrd="4" destOrd="0" parTransId="{FCB9E986-D2ED-4AB4-B82E-36F6186B7223}" sibTransId="{F8BCA239-75E3-4FF0-B7CD-E208E7CF3530}"/>
    <dgm:cxn modelId="{B2023398-7007-47B6-AA37-1174EB63E270}" srcId="{77FF7804-0700-4808-B830-E81020D82609}" destId="{230EC242-7954-4EA7-A45D-D46E3A3D98C3}" srcOrd="2" destOrd="0" parTransId="{13934A92-44ED-4657-A1FB-A39227F629D9}" sibTransId="{E4DFFE27-4F12-428E-8BDE-AF4C77957FA2}"/>
    <dgm:cxn modelId="{018F5EB6-5930-4E56-A439-FFD6D7A94826}" type="presOf" srcId="{02FC8C5E-004A-4388-9DF6-40DBA401C958}" destId="{1533B165-619C-442D-BC08-14581B102B83}" srcOrd="0" destOrd="0" presId="urn:microsoft.com/office/officeart/2018/2/layout/IconVerticalSolidList"/>
    <dgm:cxn modelId="{3BBA99BE-BF59-45DA-8211-B79255A3461A}" type="presOf" srcId="{77FF7804-0700-4808-B830-E81020D82609}" destId="{27D872FF-7377-4C8B-93C3-4822D5B0DD84}" srcOrd="0" destOrd="0" presId="urn:microsoft.com/office/officeart/2018/2/layout/IconVerticalSolidList"/>
    <dgm:cxn modelId="{4B0975C8-1688-4C6F-A6FF-F81B0E01D229}" srcId="{77FF7804-0700-4808-B830-E81020D82609}" destId="{02FC8C5E-004A-4388-9DF6-40DBA401C958}" srcOrd="0" destOrd="0" parTransId="{7B2A6E7E-A3DB-49E1-AE74-EF05803E1486}" sibTransId="{0C4F85FC-BE01-4C4C-94D6-F66F62091DB0}"/>
    <dgm:cxn modelId="{A8B5E5CC-FA3A-4CD0-8DFE-09CABCFACC31}" srcId="{77FF7804-0700-4808-B830-E81020D82609}" destId="{02834925-CAB8-4F95-92AE-499B438752A7}" srcOrd="3" destOrd="0" parTransId="{A106A3AD-70FB-4F14-AA55-AB172B4F6042}" sibTransId="{BE31C738-A9AB-4541-8088-F96F14ED0034}"/>
    <dgm:cxn modelId="{78DF39D6-265E-4EB4-95D4-ACF228965DA3}" type="presOf" srcId="{02834925-CAB8-4F95-92AE-499B438752A7}" destId="{36AA17A0-652D-417E-A9C1-43071915071B}" srcOrd="0" destOrd="0" presId="urn:microsoft.com/office/officeart/2018/2/layout/IconVerticalSolidList"/>
    <dgm:cxn modelId="{7B66EC4B-23D0-43C9-BAC5-A2F10036E3E8}" type="presParOf" srcId="{27D872FF-7377-4C8B-93C3-4822D5B0DD84}" destId="{9554A748-8AD6-43D1-B8C8-2FBC7BBECD00}" srcOrd="0" destOrd="0" presId="urn:microsoft.com/office/officeart/2018/2/layout/IconVerticalSolidList"/>
    <dgm:cxn modelId="{1C4CC169-B423-473B-9443-AF4962652B78}" type="presParOf" srcId="{9554A748-8AD6-43D1-B8C8-2FBC7BBECD00}" destId="{73FAB015-A901-452F-A613-553524BC20D0}" srcOrd="0" destOrd="0" presId="urn:microsoft.com/office/officeart/2018/2/layout/IconVerticalSolidList"/>
    <dgm:cxn modelId="{76928D66-8706-4BAD-879F-E41F4B509721}" type="presParOf" srcId="{9554A748-8AD6-43D1-B8C8-2FBC7BBECD00}" destId="{8D6AE184-7EB6-4CC2-8D4F-8F49D53CC10B}" srcOrd="1" destOrd="0" presId="urn:microsoft.com/office/officeart/2018/2/layout/IconVerticalSolidList"/>
    <dgm:cxn modelId="{97FD41B5-DB85-4BAE-A2CB-9C5CD13C664D}" type="presParOf" srcId="{9554A748-8AD6-43D1-B8C8-2FBC7BBECD00}" destId="{3B108E10-C22B-4F2A-ACED-7C61ED764BAD}" srcOrd="2" destOrd="0" presId="urn:microsoft.com/office/officeart/2018/2/layout/IconVerticalSolidList"/>
    <dgm:cxn modelId="{5580F240-41BD-4B05-8D9D-365626E29178}" type="presParOf" srcId="{9554A748-8AD6-43D1-B8C8-2FBC7BBECD00}" destId="{1533B165-619C-442D-BC08-14581B102B83}" srcOrd="3" destOrd="0" presId="urn:microsoft.com/office/officeart/2018/2/layout/IconVerticalSolidList"/>
    <dgm:cxn modelId="{47C9B63C-E6B0-4C0D-AAC1-6C089AC5674E}" type="presParOf" srcId="{27D872FF-7377-4C8B-93C3-4822D5B0DD84}" destId="{B4CC98C9-DE44-44AF-9CF3-F583CFA2BF6A}" srcOrd="1" destOrd="0" presId="urn:microsoft.com/office/officeart/2018/2/layout/IconVerticalSolidList"/>
    <dgm:cxn modelId="{8E9B3D59-15E2-43C1-95CE-2F3A438E3D7B}" type="presParOf" srcId="{27D872FF-7377-4C8B-93C3-4822D5B0DD84}" destId="{232E106A-7AAE-4D4B-8D98-6521EAC5ADD6}" srcOrd="2" destOrd="0" presId="urn:microsoft.com/office/officeart/2018/2/layout/IconVerticalSolidList"/>
    <dgm:cxn modelId="{9EE90674-568C-4FE5-99AF-CED8B1B182AC}" type="presParOf" srcId="{232E106A-7AAE-4D4B-8D98-6521EAC5ADD6}" destId="{BAC41AA7-C83C-41A4-95D7-5EF11FD905F2}" srcOrd="0" destOrd="0" presId="urn:microsoft.com/office/officeart/2018/2/layout/IconVerticalSolidList"/>
    <dgm:cxn modelId="{73CA94C8-2266-44E3-8D31-FFBCCDDB7C4A}" type="presParOf" srcId="{232E106A-7AAE-4D4B-8D98-6521EAC5ADD6}" destId="{4E79964D-CEC4-4AE6-AB75-A8D1EB5D7C7C}" srcOrd="1" destOrd="0" presId="urn:microsoft.com/office/officeart/2018/2/layout/IconVerticalSolidList"/>
    <dgm:cxn modelId="{BF101599-07FA-4842-B098-CC0802EF382F}" type="presParOf" srcId="{232E106A-7AAE-4D4B-8D98-6521EAC5ADD6}" destId="{5B62FB01-DDD4-44EE-B11B-287002248411}" srcOrd="2" destOrd="0" presId="urn:microsoft.com/office/officeart/2018/2/layout/IconVerticalSolidList"/>
    <dgm:cxn modelId="{B6B06204-DD69-4EFF-8BFC-78BB03471262}" type="presParOf" srcId="{232E106A-7AAE-4D4B-8D98-6521EAC5ADD6}" destId="{0CDB2475-EA8C-4806-9AA2-96E569E38D0B}" srcOrd="3" destOrd="0" presId="urn:microsoft.com/office/officeart/2018/2/layout/IconVerticalSolidList"/>
    <dgm:cxn modelId="{9EBF0B90-AD5B-4A19-A618-FD5F23D49BF6}" type="presParOf" srcId="{27D872FF-7377-4C8B-93C3-4822D5B0DD84}" destId="{D113CC2D-D4D4-4358-B811-A7EA373B470B}" srcOrd="3" destOrd="0" presId="urn:microsoft.com/office/officeart/2018/2/layout/IconVerticalSolidList"/>
    <dgm:cxn modelId="{76925B25-EB42-4262-819F-C8575A6F0482}" type="presParOf" srcId="{27D872FF-7377-4C8B-93C3-4822D5B0DD84}" destId="{02A178AC-F90D-47D3-9B6C-FEC23AF1CF1D}" srcOrd="4" destOrd="0" presId="urn:microsoft.com/office/officeart/2018/2/layout/IconVerticalSolidList"/>
    <dgm:cxn modelId="{FDE4495E-C430-43D7-A650-BF8DB21C3E4A}" type="presParOf" srcId="{02A178AC-F90D-47D3-9B6C-FEC23AF1CF1D}" destId="{A6623477-E2B3-4BE2-BB92-0D3F5C93B926}" srcOrd="0" destOrd="0" presId="urn:microsoft.com/office/officeart/2018/2/layout/IconVerticalSolidList"/>
    <dgm:cxn modelId="{F2728544-E08D-4069-B417-A15A54A5525D}" type="presParOf" srcId="{02A178AC-F90D-47D3-9B6C-FEC23AF1CF1D}" destId="{F9F0336A-BEAD-45A7-AD64-C1CC962BD20D}" srcOrd="1" destOrd="0" presId="urn:microsoft.com/office/officeart/2018/2/layout/IconVerticalSolidList"/>
    <dgm:cxn modelId="{85B32166-60E1-4B76-AABB-61664A7BF57F}" type="presParOf" srcId="{02A178AC-F90D-47D3-9B6C-FEC23AF1CF1D}" destId="{833032BC-7BEF-44D3-9E98-70C10672DDC6}" srcOrd="2" destOrd="0" presId="urn:microsoft.com/office/officeart/2018/2/layout/IconVerticalSolidList"/>
    <dgm:cxn modelId="{56BE58EF-FB98-44EE-BB7E-D381AD628888}" type="presParOf" srcId="{02A178AC-F90D-47D3-9B6C-FEC23AF1CF1D}" destId="{C244BD35-7EC3-4E13-A994-6FB2E3E61A8F}" srcOrd="3" destOrd="0" presId="urn:microsoft.com/office/officeart/2018/2/layout/IconVerticalSolidList"/>
    <dgm:cxn modelId="{44392346-8A42-435E-9A14-ADF90A20AC25}" type="presParOf" srcId="{27D872FF-7377-4C8B-93C3-4822D5B0DD84}" destId="{FBFAD61F-623F-4B3C-AEE2-E5E136652277}" srcOrd="5" destOrd="0" presId="urn:microsoft.com/office/officeart/2018/2/layout/IconVerticalSolidList"/>
    <dgm:cxn modelId="{2312E9E7-69F0-42CB-98B6-4A90861C83B4}" type="presParOf" srcId="{27D872FF-7377-4C8B-93C3-4822D5B0DD84}" destId="{83006229-EE0E-4FDC-88FE-F20064430490}" srcOrd="6" destOrd="0" presId="urn:microsoft.com/office/officeart/2018/2/layout/IconVerticalSolidList"/>
    <dgm:cxn modelId="{6367676F-CE6C-4826-A0BC-F74B258F2D1B}" type="presParOf" srcId="{83006229-EE0E-4FDC-88FE-F20064430490}" destId="{ABC401F5-127D-44E2-9706-3E3209FD7FFF}" srcOrd="0" destOrd="0" presId="urn:microsoft.com/office/officeart/2018/2/layout/IconVerticalSolidList"/>
    <dgm:cxn modelId="{4072A5F7-89CB-465D-B577-81F64C51DC7A}" type="presParOf" srcId="{83006229-EE0E-4FDC-88FE-F20064430490}" destId="{CB9606DB-076B-4832-BF39-469FC40D9330}" srcOrd="1" destOrd="0" presId="urn:microsoft.com/office/officeart/2018/2/layout/IconVerticalSolidList"/>
    <dgm:cxn modelId="{F0D38463-FF1E-46B4-B23F-25068B55A677}" type="presParOf" srcId="{83006229-EE0E-4FDC-88FE-F20064430490}" destId="{1DA1B7B8-38D3-457F-A582-1D8CC5326E12}" srcOrd="2" destOrd="0" presId="urn:microsoft.com/office/officeart/2018/2/layout/IconVerticalSolidList"/>
    <dgm:cxn modelId="{2E3CB704-F77B-4F6C-B712-1ED13AB1E439}" type="presParOf" srcId="{83006229-EE0E-4FDC-88FE-F20064430490}" destId="{36AA17A0-652D-417E-A9C1-43071915071B}" srcOrd="3" destOrd="0" presId="urn:microsoft.com/office/officeart/2018/2/layout/IconVerticalSolidList"/>
    <dgm:cxn modelId="{7C6EAACD-6322-4DE9-AA79-903FDE80294D}" type="presParOf" srcId="{27D872FF-7377-4C8B-93C3-4822D5B0DD84}" destId="{5957C894-F393-422A-9136-0618A3F18A1E}" srcOrd="7" destOrd="0" presId="urn:microsoft.com/office/officeart/2018/2/layout/IconVerticalSolidList"/>
    <dgm:cxn modelId="{A7629C05-6F22-40C0-9CFC-D569F94F6B89}" type="presParOf" srcId="{27D872FF-7377-4C8B-93C3-4822D5B0DD84}" destId="{DF049AF6-98B2-47F1-AD86-6118D6244140}" srcOrd="8" destOrd="0" presId="urn:microsoft.com/office/officeart/2018/2/layout/IconVerticalSolidList"/>
    <dgm:cxn modelId="{C18C0606-F851-4459-AD1E-2C96FD00B72B}" type="presParOf" srcId="{DF049AF6-98B2-47F1-AD86-6118D6244140}" destId="{0A13787B-53D7-4D4C-8351-6B45A1E3ABF7}" srcOrd="0" destOrd="0" presId="urn:microsoft.com/office/officeart/2018/2/layout/IconVerticalSolidList"/>
    <dgm:cxn modelId="{74F33E65-D410-4BA4-82C8-705B3AA8DEF5}" type="presParOf" srcId="{DF049AF6-98B2-47F1-AD86-6118D6244140}" destId="{32CD5660-9573-4DEF-9EA3-FDE778AFE333}" srcOrd="1" destOrd="0" presId="urn:microsoft.com/office/officeart/2018/2/layout/IconVerticalSolidList"/>
    <dgm:cxn modelId="{1630A634-9738-4FD2-9FD7-9CA81B7F7B04}" type="presParOf" srcId="{DF049AF6-98B2-47F1-AD86-6118D6244140}" destId="{3A7CFF6C-0746-48C3-94E0-46F4FA571BF7}" srcOrd="2" destOrd="0" presId="urn:microsoft.com/office/officeart/2018/2/layout/IconVerticalSolidList"/>
    <dgm:cxn modelId="{A22A2BD1-FF98-4A97-BDBB-9E8DF060FA26}" type="presParOf" srcId="{DF049AF6-98B2-47F1-AD86-6118D6244140}" destId="{49F04315-2741-4283-99A9-0AF8B86798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D31B1-2046-415F-9DA5-88E30A61E1EC}">
      <dsp:nvSpPr>
        <dsp:cNvPr id="0" name=""/>
        <dsp:cNvSpPr/>
      </dsp:nvSpPr>
      <dsp:spPr>
        <a:xfrm>
          <a:off x="0" y="1954"/>
          <a:ext cx="7012370" cy="9905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49147-570E-4A7B-BF3A-8413117DC029}">
      <dsp:nvSpPr>
        <dsp:cNvPr id="0" name=""/>
        <dsp:cNvSpPr/>
      </dsp:nvSpPr>
      <dsp:spPr>
        <a:xfrm>
          <a:off x="299648" y="224833"/>
          <a:ext cx="544815" cy="544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046AF-0EFC-40F7-8F11-B6D7A674CFD8}">
      <dsp:nvSpPr>
        <dsp:cNvPr id="0" name=""/>
        <dsp:cNvSpPr/>
      </dsp:nvSpPr>
      <dsp:spPr>
        <a:xfrm>
          <a:off x="1144111" y="1954"/>
          <a:ext cx="5868258" cy="99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836" tIns="104836" rIns="104836" bIns="10483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Subscriber cancellations can affect recurring revenue and customer retention.</a:t>
          </a:r>
          <a:endParaRPr lang="en-US" sz="2200" kern="1200"/>
        </a:p>
      </dsp:txBody>
      <dsp:txXfrm>
        <a:off x="1144111" y="1954"/>
        <a:ext cx="5868258" cy="990573"/>
      </dsp:txXfrm>
    </dsp:sp>
    <dsp:sp modelId="{B3AF247F-94C9-40D9-AF70-6AF7C4808584}">
      <dsp:nvSpPr>
        <dsp:cNvPr id="0" name=""/>
        <dsp:cNvSpPr/>
      </dsp:nvSpPr>
      <dsp:spPr>
        <a:xfrm>
          <a:off x="0" y="1240170"/>
          <a:ext cx="7012370" cy="9905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EB1B34-1071-4F37-863D-11093B57AEB1}">
      <dsp:nvSpPr>
        <dsp:cNvPr id="0" name=""/>
        <dsp:cNvSpPr/>
      </dsp:nvSpPr>
      <dsp:spPr>
        <a:xfrm>
          <a:off x="299648" y="1463049"/>
          <a:ext cx="544815" cy="544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7C3AA-CE90-4CDC-8DF3-71271B01DC70}">
      <dsp:nvSpPr>
        <dsp:cNvPr id="0" name=""/>
        <dsp:cNvSpPr/>
      </dsp:nvSpPr>
      <dsp:spPr>
        <a:xfrm>
          <a:off x="1144111" y="1240170"/>
          <a:ext cx="5868258" cy="99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836" tIns="104836" rIns="104836" bIns="10483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Retention teams need to identify where intervention may be worthwhile.</a:t>
          </a:r>
          <a:endParaRPr lang="en-US" sz="2200" kern="1200"/>
        </a:p>
      </dsp:txBody>
      <dsp:txXfrm>
        <a:off x="1144111" y="1240170"/>
        <a:ext cx="5868258" cy="990573"/>
      </dsp:txXfrm>
    </dsp:sp>
    <dsp:sp modelId="{3B18B228-6F7B-48A7-A2F7-5A9D27EFB6A3}">
      <dsp:nvSpPr>
        <dsp:cNvPr id="0" name=""/>
        <dsp:cNvSpPr/>
      </dsp:nvSpPr>
      <dsp:spPr>
        <a:xfrm>
          <a:off x="0" y="2478387"/>
          <a:ext cx="7012370" cy="9905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FEC688-2904-4E00-8146-058C40456607}">
      <dsp:nvSpPr>
        <dsp:cNvPr id="0" name=""/>
        <dsp:cNvSpPr/>
      </dsp:nvSpPr>
      <dsp:spPr>
        <a:xfrm>
          <a:off x="299648" y="2701266"/>
          <a:ext cx="544815" cy="544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78E2A-82E4-4068-80A6-1DB05027B669}">
      <dsp:nvSpPr>
        <dsp:cNvPr id="0" name=""/>
        <dsp:cNvSpPr/>
      </dsp:nvSpPr>
      <dsp:spPr>
        <a:xfrm>
          <a:off x="1144111" y="2478387"/>
          <a:ext cx="5868258" cy="99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836" tIns="104836" rIns="104836" bIns="10483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Predictive analytics could help prioritise subscribers for attention.</a:t>
          </a:r>
          <a:endParaRPr lang="en-US" sz="2200" kern="1200"/>
        </a:p>
      </dsp:txBody>
      <dsp:txXfrm>
        <a:off x="1144111" y="2478387"/>
        <a:ext cx="5868258" cy="990573"/>
      </dsp:txXfrm>
    </dsp:sp>
    <dsp:sp modelId="{A167378C-865A-4D09-823D-C16195AB3268}">
      <dsp:nvSpPr>
        <dsp:cNvPr id="0" name=""/>
        <dsp:cNvSpPr/>
      </dsp:nvSpPr>
      <dsp:spPr>
        <a:xfrm>
          <a:off x="0" y="3716603"/>
          <a:ext cx="7012370" cy="9905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1C7F36-C3CB-43A2-9773-BF55FFE2739D}">
      <dsp:nvSpPr>
        <dsp:cNvPr id="0" name=""/>
        <dsp:cNvSpPr/>
      </dsp:nvSpPr>
      <dsp:spPr>
        <a:xfrm>
          <a:off x="299648" y="3939482"/>
          <a:ext cx="544815" cy="544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75B07-A336-4F92-825F-CC39939DC96A}">
      <dsp:nvSpPr>
        <dsp:cNvPr id="0" name=""/>
        <dsp:cNvSpPr/>
      </dsp:nvSpPr>
      <dsp:spPr>
        <a:xfrm>
          <a:off x="1144111" y="3716603"/>
          <a:ext cx="5868258" cy="99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836" tIns="104836" rIns="104836" bIns="10483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A model is useful only if its predictions provide sufficiently reliable information.</a:t>
          </a:r>
          <a:endParaRPr lang="en-US" sz="2200" kern="1200"/>
        </a:p>
      </dsp:txBody>
      <dsp:txXfrm>
        <a:off x="1144111" y="3716603"/>
        <a:ext cx="5868258" cy="9905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0DA3E3-DE8A-4ACA-B843-04C97E294675}">
      <dsp:nvSpPr>
        <dsp:cNvPr id="0" name=""/>
        <dsp:cNvSpPr/>
      </dsp:nvSpPr>
      <dsp:spPr>
        <a:xfrm>
          <a:off x="2586" y="350299"/>
          <a:ext cx="1846514" cy="1172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8C135-2CD3-4B78-971F-FE57A79F6EAF}">
      <dsp:nvSpPr>
        <dsp:cNvPr id="0" name=""/>
        <dsp:cNvSpPr/>
      </dsp:nvSpPr>
      <dsp:spPr>
        <a:xfrm>
          <a:off x="207754" y="545209"/>
          <a:ext cx="1846514" cy="1172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7 Source tables</a:t>
          </a:r>
          <a:endParaRPr lang="en-US" sz="1800" kern="1200" dirty="0"/>
        </a:p>
      </dsp:txBody>
      <dsp:txXfrm>
        <a:off x="242096" y="579551"/>
        <a:ext cx="1777830" cy="1103852"/>
      </dsp:txXfrm>
    </dsp:sp>
    <dsp:sp modelId="{31243421-EBA5-4910-B59C-C2C9477021BB}">
      <dsp:nvSpPr>
        <dsp:cNvPr id="0" name=""/>
        <dsp:cNvSpPr/>
      </dsp:nvSpPr>
      <dsp:spPr>
        <a:xfrm>
          <a:off x="2259437" y="350299"/>
          <a:ext cx="1846514" cy="1172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4F08F-5C0B-4209-ADB7-B38C14ABC4E6}">
      <dsp:nvSpPr>
        <dsp:cNvPr id="0" name=""/>
        <dsp:cNvSpPr/>
      </dsp:nvSpPr>
      <dsp:spPr>
        <a:xfrm>
          <a:off x="2464605" y="545209"/>
          <a:ext cx="1846514" cy="1172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/>
            <a:t>28,999 </a:t>
          </a:r>
          <a:r>
            <a:rPr lang="en-ZA" sz="1800" kern="1200" dirty="0"/>
            <a:t>Modelling observations</a:t>
          </a:r>
          <a:endParaRPr lang="en-US" sz="1800" kern="1200" dirty="0"/>
        </a:p>
      </dsp:txBody>
      <dsp:txXfrm>
        <a:off x="2498947" y="579551"/>
        <a:ext cx="1777830" cy="1103852"/>
      </dsp:txXfrm>
    </dsp:sp>
    <dsp:sp modelId="{310CBDC0-5820-4457-9844-813839D45F49}">
      <dsp:nvSpPr>
        <dsp:cNvPr id="0" name=""/>
        <dsp:cNvSpPr/>
      </dsp:nvSpPr>
      <dsp:spPr>
        <a:xfrm>
          <a:off x="4516288" y="350299"/>
          <a:ext cx="1846514" cy="1172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84A3FE-4163-4ECE-9458-8CAE7C2C943F}">
      <dsp:nvSpPr>
        <dsp:cNvPr id="0" name=""/>
        <dsp:cNvSpPr/>
      </dsp:nvSpPr>
      <dsp:spPr>
        <a:xfrm>
          <a:off x="4721456" y="545209"/>
          <a:ext cx="1846514" cy="1172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36 Modelling features/columns</a:t>
          </a:r>
          <a:endParaRPr lang="en-US" sz="1800" kern="1200" dirty="0"/>
        </a:p>
      </dsp:txBody>
      <dsp:txXfrm>
        <a:off x="4755798" y="579551"/>
        <a:ext cx="1777830" cy="1103852"/>
      </dsp:txXfrm>
    </dsp:sp>
    <dsp:sp modelId="{B3969FE2-0A8C-4861-A1B6-022B06C02888}">
      <dsp:nvSpPr>
        <dsp:cNvPr id="0" name=""/>
        <dsp:cNvSpPr/>
      </dsp:nvSpPr>
      <dsp:spPr>
        <a:xfrm>
          <a:off x="6773139" y="350299"/>
          <a:ext cx="1846514" cy="1172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986C5-7B55-4523-BAD6-41D89A49366F}">
      <dsp:nvSpPr>
        <dsp:cNvPr id="0" name=""/>
        <dsp:cNvSpPr/>
      </dsp:nvSpPr>
      <dsp:spPr>
        <a:xfrm>
          <a:off x="6978308" y="545209"/>
          <a:ext cx="1846514" cy="1172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2103 Unique subscribers</a:t>
          </a:r>
          <a:endParaRPr lang="en-US" sz="1800" kern="1200" dirty="0"/>
        </a:p>
      </dsp:txBody>
      <dsp:txXfrm>
        <a:off x="7012650" y="579551"/>
        <a:ext cx="1777830" cy="11038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22DCC-FEFA-484C-92D5-D2077529E083}">
      <dsp:nvSpPr>
        <dsp:cNvPr id="0" name=""/>
        <dsp:cNvSpPr/>
      </dsp:nvSpPr>
      <dsp:spPr>
        <a:xfrm>
          <a:off x="3635737" y="726216"/>
          <a:ext cx="56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0868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01385" y="768979"/>
        <a:ext cx="29573" cy="5914"/>
      </dsp:txXfrm>
    </dsp:sp>
    <dsp:sp modelId="{6DE13B84-5091-4DC9-97BD-41E348B2A952}">
      <dsp:nvSpPr>
        <dsp:cNvPr id="0" name=""/>
        <dsp:cNvSpPr/>
      </dsp:nvSpPr>
      <dsp:spPr>
        <a:xfrm>
          <a:off x="1065935" y="455"/>
          <a:ext cx="2571602" cy="15429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011" tIns="132270" rIns="126011" bIns="1322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/>
            <a:t>Data integration: combine the seven source tables.</a:t>
          </a:r>
          <a:endParaRPr lang="en-US" sz="2000" kern="1200"/>
        </a:p>
      </dsp:txBody>
      <dsp:txXfrm>
        <a:off x="1065935" y="455"/>
        <a:ext cx="2571602" cy="1542961"/>
      </dsp:txXfrm>
    </dsp:sp>
    <dsp:sp modelId="{F81AA323-26ED-4C46-AB6F-D15A13A70E90}">
      <dsp:nvSpPr>
        <dsp:cNvPr id="0" name=""/>
        <dsp:cNvSpPr/>
      </dsp:nvSpPr>
      <dsp:spPr>
        <a:xfrm>
          <a:off x="6798808" y="726216"/>
          <a:ext cx="56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0868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64456" y="768979"/>
        <a:ext cx="29573" cy="5914"/>
      </dsp:txXfrm>
    </dsp:sp>
    <dsp:sp modelId="{2B9BD96B-A509-4B74-AE1F-C889DC246E20}">
      <dsp:nvSpPr>
        <dsp:cNvPr id="0" name=""/>
        <dsp:cNvSpPr/>
      </dsp:nvSpPr>
      <dsp:spPr>
        <a:xfrm>
          <a:off x="4229006" y="455"/>
          <a:ext cx="2571602" cy="15429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011" tIns="132270" rIns="126011" bIns="1322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/>
            <a:t>Feature engineering: construct predictors from available subscriber history.</a:t>
          </a:r>
          <a:endParaRPr lang="en-US" sz="2000" kern="1200"/>
        </a:p>
      </dsp:txBody>
      <dsp:txXfrm>
        <a:off x="4229006" y="455"/>
        <a:ext cx="2571602" cy="1542961"/>
      </dsp:txXfrm>
    </dsp:sp>
    <dsp:sp modelId="{E652DE41-E3EF-44F3-B878-50CD4EEB27C2}">
      <dsp:nvSpPr>
        <dsp:cNvPr id="0" name=""/>
        <dsp:cNvSpPr/>
      </dsp:nvSpPr>
      <dsp:spPr>
        <a:xfrm>
          <a:off x="2351736" y="1541617"/>
          <a:ext cx="6326141" cy="560868"/>
        </a:xfrm>
        <a:custGeom>
          <a:avLst/>
          <a:gdLst/>
          <a:ahLst/>
          <a:cxnLst/>
          <a:rect l="0" t="0" r="0" b="0"/>
          <a:pathLst>
            <a:path>
              <a:moveTo>
                <a:pt x="6326141" y="0"/>
              </a:moveTo>
              <a:lnTo>
                <a:pt x="6326141" y="297534"/>
              </a:lnTo>
              <a:lnTo>
                <a:pt x="0" y="297534"/>
              </a:lnTo>
              <a:lnTo>
                <a:pt x="0" y="560868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5964" y="1819094"/>
        <a:ext cx="317686" cy="5914"/>
      </dsp:txXfrm>
    </dsp:sp>
    <dsp:sp modelId="{8F1756F7-A031-417C-A37A-67EDC92C2F59}">
      <dsp:nvSpPr>
        <dsp:cNvPr id="0" name=""/>
        <dsp:cNvSpPr/>
      </dsp:nvSpPr>
      <dsp:spPr>
        <a:xfrm>
          <a:off x="7392077" y="455"/>
          <a:ext cx="2571602" cy="15429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011" tIns="132270" rIns="126011" bIns="1322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/>
            <a:t>Preprocessing: handle missing values and encode categorical variables.</a:t>
          </a:r>
          <a:endParaRPr lang="en-US" sz="2000" kern="1200"/>
        </a:p>
      </dsp:txBody>
      <dsp:txXfrm>
        <a:off x="7392077" y="455"/>
        <a:ext cx="2571602" cy="1542961"/>
      </dsp:txXfrm>
    </dsp:sp>
    <dsp:sp modelId="{34815732-1EBA-4C54-AD5F-A266650888DA}">
      <dsp:nvSpPr>
        <dsp:cNvPr id="0" name=""/>
        <dsp:cNvSpPr/>
      </dsp:nvSpPr>
      <dsp:spPr>
        <a:xfrm>
          <a:off x="3635737" y="2860646"/>
          <a:ext cx="56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0868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01385" y="2903409"/>
        <a:ext cx="29573" cy="5914"/>
      </dsp:txXfrm>
    </dsp:sp>
    <dsp:sp modelId="{438533C9-C59A-442C-97EB-EA3B4B6A8AC7}">
      <dsp:nvSpPr>
        <dsp:cNvPr id="0" name=""/>
        <dsp:cNvSpPr/>
      </dsp:nvSpPr>
      <dsp:spPr>
        <a:xfrm>
          <a:off x="1065935" y="2134885"/>
          <a:ext cx="2571602" cy="15429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011" tIns="132270" rIns="126011" bIns="1322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/>
            <a:t>Leakage prevention: exclude information unavailable at the prediction date.</a:t>
          </a:r>
          <a:endParaRPr lang="en-US" sz="2000" kern="1200"/>
        </a:p>
      </dsp:txBody>
      <dsp:txXfrm>
        <a:off x="1065935" y="2134885"/>
        <a:ext cx="2571602" cy="1542961"/>
      </dsp:txXfrm>
    </dsp:sp>
    <dsp:sp modelId="{936FCBD1-F850-4A5D-864A-C262AFAD815B}">
      <dsp:nvSpPr>
        <dsp:cNvPr id="0" name=""/>
        <dsp:cNvSpPr/>
      </dsp:nvSpPr>
      <dsp:spPr>
        <a:xfrm>
          <a:off x="4229006" y="2134885"/>
          <a:ext cx="2571602" cy="15429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011" tIns="132270" rIns="126011" bIns="1322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/>
            <a:t>Chronological splitting: train, validate and test using separate time periods.</a:t>
          </a:r>
          <a:endParaRPr lang="en-US" sz="2000" kern="1200"/>
        </a:p>
      </dsp:txBody>
      <dsp:txXfrm>
        <a:off x="4229006" y="2134885"/>
        <a:ext cx="2571602" cy="15429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A7F42-0CFB-4927-8F64-DF1769E8903F}">
      <dsp:nvSpPr>
        <dsp:cNvPr id="0" name=""/>
        <dsp:cNvSpPr/>
      </dsp:nvSpPr>
      <dsp:spPr>
        <a:xfrm>
          <a:off x="0" y="574"/>
          <a:ext cx="701237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85E964-30BF-42D2-9F6C-55D663DAF9FA}">
      <dsp:nvSpPr>
        <dsp:cNvPr id="0" name=""/>
        <dsp:cNvSpPr/>
      </dsp:nvSpPr>
      <dsp:spPr>
        <a:xfrm>
          <a:off x="0" y="574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800" kern="1200"/>
            <a:t>Prepared training data</a:t>
          </a:r>
          <a:endParaRPr lang="en-US" sz="3800" kern="1200"/>
        </a:p>
      </dsp:txBody>
      <dsp:txXfrm>
        <a:off x="0" y="574"/>
        <a:ext cx="7012370" cy="941596"/>
      </dsp:txXfrm>
    </dsp:sp>
    <dsp:sp modelId="{AD9438EA-F2AE-4D7D-AC0C-7FF52AE4752C}">
      <dsp:nvSpPr>
        <dsp:cNvPr id="0" name=""/>
        <dsp:cNvSpPr/>
      </dsp:nvSpPr>
      <dsp:spPr>
        <a:xfrm>
          <a:off x="0" y="942171"/>
          <a:ext cx="701237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9D5230-81FE-4192-B9A8-F895393EFD80}">
      <dsp:nvSpPr>
        <dsp:cNvPr id="0" name=""/>
        <dsp:cNvSpPr/>
      </dsp:nvSpPr>
      <dsp:spPr>
        <a:xfrm>
          <a:off x="0" y="942171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800" kern="1200"/>
            <a:t>Preprocessing and encoding</a:t>
          </a:r>
          <a:endParaRPr lang="en-US" sz="3800" kern="1200"/>
        </a:p>
      </dsp:txBody>
      <dsp:txXfrm>
        <a:off x="0" y="942171"/>
        <a:ext cx="7012370" cy="941596"/>
      </dsp:txXfrm>
    </dsp:sp>
    <dsp:sp modelId="{F340E4F0-61E3-4941-943E-B269F9872702}">
      <dsp:nvSpPr>
        <dsp:cNvPr id="0" name=""/>
        <dsp:cNvSpPr/>
      </dsp:nvSpPr>
      <dsp:spPr>
        <a:xfrm>
          <a:off x="0" y="1883767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3B784B-BF46-48D9-880C-3587C0C1293E}">
      <dsp:nvSpPr>
        <dsp:cNvPr id="0" name=""/>
        <dsp:cNvSpPr/>
      </dsp:nvSpPr>
      <dsp:spPr>
        <a:xfrm>
          <a:off x="0" y="1883767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800" kern="1200"/>
            <a:t>XGBoost classifier</a:t>
          </a:r>
          <a:endParaRPr lang="en-US" sz="3800" kern="1200"/>
        </a:p>
      </dsp:txBody>
      <dsp:txXfrm>
        <a:off x="0" y="1883767"/>
        <a:ext cx="7012370" cy="941596"/>
      </dsp:txXfrm>
    </dsp:sp>
    <dsp:sp modelId="{EF693595-B325-472E-B8FD-57244C7E0C3B}">
      <dsp:nvSpPr>
        <dsp:cNvPr id="0" name=""/>
        <dsp:cNvSpPr/>
      </dsp:nvSpPr>
      <dsp:spPr>
        <a:xfrm>
          <a:off x="0" y="2825363"/>
          <a:ext cx="701237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5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AF19F9C-9984-4697-AB28-6C7E1D1BE020}">
      <dsp:nvSpPr>
        <dsp:cNvPr id="0" name=""/>
        <dsp:cNvSpPr/>
      </dsp:nvSpPr>
      <dsp:spPr>
        <a:xfrm>
          <a:off x="0" y="2825363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800" kern="1200"/>
            <a:t>Validation and threshold selection</a:t>
          </a:r>
          <a:endParaRPr lang="en-US" sz="3800" kern="1200"/>
        </a:p>
      </dsp:txBody>
      <dsp:txXfrm>
        <a:off x="0" y="2825363"/>
        <a:ext cx="7012370" cy="941596"/>
      </dsp:txXfrm>
    </dsp:sp>
    <dsp:sp modelId="{EB32EAC7-5CC2-40F8-8C4A-6B186E2D5748}">
      <dsp:nvSpPr>
        <dsp:cNvPr id="0" name=""/>
        <dsp:cNvSpPr/>
      </dsp:nvSpPr>
      <dsp:spPr>
        <a:xfrm>
          <a:off x="0" y="3766959"/>
          <a:ext cx="701237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6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C58855-601D-4596-8CD7-481CF4B92560}">
      <dsp:nvSpPr>
        <dsp:cNvPr id="0" name=""/>
        <dsp:cNvSpPr/>
      </dsp:nvSpPr>
      <dsp:spPr>
        <a:xfrm>
          <a:off x="0" y="3766959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800" kern="1200"/>
            <a:t>Final test evaluation</a:t>
          </a:r>
          <a:endParaRPr lang="en-US" sz="3800" kern="1200"/>
        </a:p>
      </dsp:txBody>
      <dsp:txXfrm>
        <a:off x="0" y="3766959"/>
        <a:ext cx="7012370" cy="9415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04556E-00EB-4586-87A6-39A6D0F2949E}">
      <dsp:nvSpPr>
        <dsp:cNvPr id="0" name=""/>
        <dsp:cNvSpPr/>
      </dsp:nvSpPr>
      <dsp:spPr>
        <a:xfrm>
          <a:off x="0" y="39871"/>
          <a:ext cx="1102961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800" kern="1200"/>
            <a:t>Primary model: XGBoost shallow configuration.</a:t>
          </a:r>
          <a:endParaRPr lang="en-US" sz="2800" kern="1200"/>
        </a:p>
      </dsp:txBody>
      <dsp:txXfrm>
        <a:off x="31984" y="71855"/>
        <a:ext cx="10965647" cy="591232"/>
      </dsp:txXfrm>
    </dsp:sp>
    <dsp:sp modelId="{84EE2FBD-68DD-4F64-9A64-91CE352B1934}">
      <dsp:nvSpPr>
        <dsp:cNvPr id="0" name=""/>
        <dsp:cNvSpPr/>
      </dsp:nvSpPr>
      <dsp:spPr>
        <a:xfrm>
          <a:off x="0" y="775711"/>
          <a:ext cx="1102961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800" kern="1200"/>
            <a:t>Reference models: dummy classifier.</a:t>
          </a:r>
          <a:endParaRPr lang="en-US" sz="2800" kern="1200"/>
        </a:p>
      </dsp:txBody>
      <dsp:txXfrm>
        <a:off x="31984" y="807695"/>
        <a:ext cx="10965647" cy="591232"/>
      </dsp:txXfrm>
    </dsp:sp>
    <dsp:sp modelId="{167579C6-7242-49AE-97A1-344282954157}">
      <dsp:nvSpPr>
        <dsp:cNvPr id="0" name=""/>
        <dsp:cNvSpPr/>
      </dsp:nvSpPr>
      <dsp:spPr>
        <a:xfrm>
          <a:off x="0" y="1511551"/>
          <a:ext cx="1102961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800" kern="1200"/>
            <a:t>Primary selection metric: validation average precision.</a:t>
          </a:r>
          <a:endParaRPr lang="en-US" sz="2800" kern="1200"/>
        </a:p>
      </dsp:txBody>
      <dsp:txXfrm>
        <a:off x="31984" y="1543535"/>
        <a:ext cx="10965647" cy="591232"/>
      </dsp:txXfrm>
    </dsp:sp>
    <dsp:sp modelId="{74B9A4CD-C98D-4384-A7E0-DFCD8A6C637A}">
      <dsp:nvSpPr>
        <dsp:cNvPr id="0" name=""/>
        <dsp:cNvSpPr/>
      </dsp:nvSpPr>
      <dsp:spPr>
        <a:xfrm>
          <a:off x="0" y="2247391"/>
          <a:ext cx="1102961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800" kern="1200"/>
            <a:t>Classification threshold: selected using validation F1.</a:t>
          </a:r>
          <a:endParaRPr lang="en-US" sz="2800" kern="1200"/>
        </a:p>
      </dsp:txBody>
      <dsp:txXfrm>
        <a:off x="31984" y="2279375"/>
        <a:ext cx="10965647" cy="591232"/>
      </dsp:txXfrm>
    </dsp:sp>
    <dsp:sp modelId="{058981F7-F5BE-4DBD-A27A-E286C85D3737}">
      <dsp:nvSpPr>
        <dsp:cNvPr id="0" name=""/>
        <dsp:cNvSpPr/>
      </dsp:nvSpPr>
      <dsp:spPr>
        <a:xfrm>
          <a:off x="0" y="2983231"/>
          <a:ext cx="1102961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800" kern="1200"/>
            <a:t>Final evaluation: untouched chronological test set.</a:t>
          </a:r>
          <a:endParaRPr lang="en-US" sz="2800" kern="1200"/>
        </a:p>
      </dsp:txBody>
      <dsp:txXfrm>
        <a:off x="31984" y="3015215"/>
        <a:ext cx="10965647" cy="5912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BFC46-E550-4AD8-A476-F93861AFFCED}">
      <dsp:nvSpPr>
        <dsp:cNvPr id="0" name=""/>
        <dsp:cNvSpPr/>
      </dsp:nvSpPr>
      <dsp:spPr>
        <a:xfrm>
          <a:off x="181632" y="1725"/>
          <a:ext cx="2826759" cy="16960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500" kern="1200"/>
            <a:t>Average precision </a:t>
          </a:r>
          <a:r>
            <a:rPr lang="en-ZA" sz="3500" b="1" kern="1200"/>
            <a:t>0.0244</a:t>
          </a:r>
          <a:endParaRPr lang="en-US" sz="3500" kern="1200"/>
        </a:p>
      </dsp:txBody>
      <dsp:txXfrm>
        <a:off x="181632" y="1725"/>
        <a:ext cx="2826759" cy="1696055"/>
      </dsp:txXfrm>
    </dsp:sp>
    <dsp:sp modelId="{039A934E-6744-424A-9815-698B89A929F5}">
      <dsp:nvSpPr>
        <dsp:cNvPr id="0" name=""/>
        <dsp:cNvSpPr/>
      </dsp:nvSpPr>
      <dsp:spPr>
        <a:xfrm>
          <a:off x="3291067" y="1725"/>
          <a:ext cx="2826759" cy="1696055"/>
        </a:xfrm>
        <a:prstGeom prst="rect">
          <a:avLst/>
        </a:prstGeom>
        <a:solidFill>
          <a:schemeClr val="accent2">
            <a:hueOff val="397245"/>
            <a:satOff val="2304"/>
            <a:lumOff val="228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500" kern="1200"/>
            <a:t>ROC-AUC </a:t>
          </a:r>
          <a:r>
            <a:rPr lang="en-ZA" sz="3500" b="1" kern="1200"/>
            <a:t>0.3925</a:t>
          </a:r>
          <a:endParaRPr lang="en-US" sz="3500" kern="1200"/>
        </a:p>
      </dsp:txBody>
      <dsp:txXfrm>
        <a:off x="3291067" y="1725"/>
        <a:ext cx="2826759" cy="1696055"/>
      </dsp:txXfrm>
    </dsp:sp>
    <dsp:sp modelId="{FB4244DC-B918-425F-B93A-3E2CD1FEDA7E}">
      <dsp:nvSpPr>
        <dsp:cNvPr id="0" name=""/>
        <dsp:cNvSpPr/>
      </dsp:nvSpPr>
      <dsp:spPr>
        <a:xfrm>
          <a:off x="181632" y="1980456"/>
          <a:ext cx="2826759" cy="1696055"/>
        </a:xfrm>
        <a:prstGeom prst="rect">
          <a:avLst/>
        </a:prstGeom>
        <a:solidFill>
          <a:schemeClr val="accent2">
            <a:hueOff val="794490"/>
            <a:satOff val="4609"/>
            <a:lumOff val="457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500" kern="1200" dirty="0"/>
            <a:t>Precision </a:t>
          </a:r>
          <a:r>
            <a:rPr lang="en-ZA" sz="3500" b="1" kern="1200" dirty="0"/>
            <a:t>0.0230</a:t>
          </a:r>
          <a:endParaRPr lang="en-US" sz="3500" kern="1200" dirty="0"/>
        </a:p>
      </dsp:txBody>
      <dsp:txXfrm>
        <a:off x="181632" y="1980456"/>
        <a:ext cx="2826759" cy="1696055"/>
      </dsp:txXfrm>
    </dsp:sp>
    <dsp:sp modelId="{C8742AE9-1306-42DE-8986-A2CBC4E3C7D9}">
      <dsp:nvSpPr>
        <dsp:cNvPr id="0" name=""/>
        <dsp:cNvSpPr/>
      </dsp:nvSpPr>
      <dsp:spPr>
        <a:xfrm>
          <a:off x="3291067" y="1980456"/>
          <a:ext cx="2826759" cy="1696055"/>
        </a:xfrm>
        <a:prstGeom prst="rect">
          <a:avLst/>
        </a:prstGeom>
        <a:solidFill>
          <a:schemeClr val="accent2">
            <a:hueOff val="1191735"/>
            <a:satOff val="6913"/>
            <a:lumOff val="6864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500" kern="1200" dirty="0"/>
            <a:t>Recall  </a:t>
          </a:r>
          <a:r>
            <a:rPr lang="en-ZA" sz="3500" b="1" kern="1200" dirty="0"/>
            <a:t>0.1200</a:t>
          </a:r>
          <a:endParaRPr lang="en-US" sz="3500" kern="1200" dirty="0"/>
        </a:p>
      </dsp:txBody>
      <dsp:txXfrm>
        <a:off x="3291067" y="1980456"/>
        <a:ext cx="2826759" cy="16960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9B86F-C723-4740-9B9F-7FB1D484E3BA}">
      <dsp:nvSpPr>
        <dsp:cNvPr id="0" name=""/>
        <dsp:cNvSpPr/>
      </dsp:nvSpPr>
      <dsp:spPr>
        <a:xfrm>
          <a:off x="0" y="597713"/>
          <a:ext cx="11029950" cy="11034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9BBCF-47AE-41D0-B6D5-9E147AAC03EB}">
      <dsp:nvSpPr>
        <dsp:cNvPr id="0" name=""/>
        <dsp:cNvSpPr/>
      </dsp:nvSpPr>
      <dsp:spPr>
        <a:xfrm>
          <a:off x="333800" y="845994"/>
          <a:ext cx="606909" cy="606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A214C-DD6D-44B0-9C4C-2628F5CCD5C3}">
      <dsp:nvSpPr>
        <dsp:cNvPr id="0" name=""/>
        <dsp:cNvSpPr/>
      </dsp:nvSpPr>
      <dsp:spPr>
        <a:xfrm>
          <a:off x="1274509" y="597713"/>
          <a:ext cx="9755440" cy="1103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784" tIns="116784" rIns="116784" bIns="116784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/>
            <a:t>SHAP helps us understand how a fitted model arrives at predictions and also provides a global view of feature attribution.</a:t>
          </a:r>
          <a:endParaRPr lang="en-US" sz="2100" kern="1200"/>
        </a:p>
      </dsp:txBody>
      <dsp:txXfrm>
        <a:off x="1274509" y="597713"/>
        <a:ext cx="9755440" cy="1103471"/>
      </dsp:txXfrm>
    </dsp:sp>
    <dsp:sp modelId="{52F936DD-A34B-4BE9-A337-35D220644F4C}">
      <dsp:nvSpPr>
        <dsp:cNvPr id="0" name=""/>
        <dsp:cNvSpPr/>
      </dsp:nvSpPr>
      <dsp:spPr>
        <a:xfrm>
          <a:off x="0" y="1977052"/>
          <a:ext cx="11029950" cy="11034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42BC19-478A-48E8-AFE6-A002376C0C2F}">
      <dsp:nvSpPr>
        <dsp:cNvPr id="0" name=""/>
        <dsp:cNvSpPr/>
      </dsp:nvSpPr>
      <dsp:spPr>
        <a:xfrm>
          <a:off x="333800" y="2225333"/>
          <a:ext cx="606909" cy="606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4F2B4-F87E-4D92-B19F-31E0CEEE7EC5}">
      <dsp:nvSpPr>
        <dsp:cNvPr id="0" name=""/>
        <dsp:cNvSpPr/>
      </dsp:nvSpPr>
      <dsp:spPr>
        <a:xfrm>
          <a:off x="1274509" y="1977052"/>
          <a:ext cx="9755440" cy="1103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784" tIns="116784" rIns="116784" bIns="116784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/>
            <a:t>However, explanations do not establish causation. Furthermore, because test performance is weak, the explanations should not be treated as reliable evidence of the real-world drivers of churn</a:t>
          </a:r>
          <a:endParaRPr lang="en-US" sz="2100" kern="1200"/>
        </a:p>
      </dsp:txBody>
      <dsp:txXfrm>
        <a:off x="1274509" y="1977052"/>
        <a:ext cx="9755440" cy="110347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F6DDF-FE89-41E7-9EEE-F3A9F1D9CBEC}">
      <dsp:nvSpPr>
        <dsp:cNvPr id="0" name=""/>
        <dsp:cNvSpPr/>
      </dsp:nvSpPr>
      <dsp:spPr>
        <a:xfrm>
          <a:off x="0" y="2873"/>
          <a:ext cx="11029950" cy="6120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CCB56-8941-4E78-8E14-AB03A89950CA}">
      <dsp:nvSpPr>
        <dsp:cNvPr id="0" name=""/>
        <dsp:cNvSpPr/>
      </dsp:nvSpPr>
      <dsp:spPr>
        <a:xfrm>
          <a:off x="185154" y="140592"/>
          <a:ext cx="336644" cy="336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07735-94B0-4492-BCEA-59206A2BF12E}">
      <dsp:nvSpPr>
        <dsp:cNvPr id="0" name=""/>
        <dsp:cNvSpPr/>
      </dsp:nvSpPr>
      <dsp:spPr>
        <a:xfrm>
          <a:off x="706954" y="2873"/>
          <a:ext cx="10322995" cy="61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9" tIns="64779" rIns="64779" bIns="647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/>
            <a:t>Audit the experiment: verify target construction, feature timing, class encoding and predicted probabilities.</a:t>
          </a:r>
          <a:endParaRPr lang="en-US" sz="1800" kern="1200"/>
        </a:p>
      </dsp:txBody>
      <dsp:txXfrm>
        <a:off x="706954" y="2873"/>
        <a:ext cx="10322995" cy="612081"/>
      </dsp:txXfrm>
    </dsp:sp>
    <dsp:sp modelId="{713E750D-1DB7-47EB-9922-9A5449202DD3}">
      <dsp:nvSpPr>
        <dsp:cNvPr id="0" name=""/>
        <dsp:cNvSpPr/>
      </dsp:nvSpPr>
      <dsp:spPr>
        <a:xfrm>
          <a:off x="0" y="767975"/>
          <a:ext cx="11029950" cy="6120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5A89E-84A4-4B95-B656-38E89A83A107}">
      <dsp:nvSpPr>
        <dsp:cNvPr id="0" name=""/>
        <dsp:cNvSpPr/>
      </dsp:nvSpPr>
      <dsp:spPr>
        <a:xfrm>
          <a:off x="185154" y="905694"/>
          <a:ext cx="336644" cy="336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A85A3-5DDF-4809-885B-B489F2A4AC29}">
      <dsp:nvSpPr>
        <dsp:cNvPr id="0" name=""/>
        <dsp:cNvSpPr/>
      </dsp:nvSpPr>
      <dsp:spPr>
        <a:xfrm>
          <a:off x="706954" y="767975"/>
          <a:ext cx="10322995" cy="61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9" tIns="64779" rIns="64779" bIns="647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/>
            <a:t>Investigate generalisation: examine why test ranking performance is poor relative to the validation results.</a:t>
          </a:r>
          <a:endParaRPr lang="en-US" sz="1800" kern="1200"/>
        </a:p>
      </dsp:txBody>
      <dsp:txXfrm>
        <a:off x="706954" y="767975"/>
        <a:ext cx="10322995" cy="612081"/>
      </dsp:txXfrm>
    </dsp:sp>
    <dsp:sp modelId="{B4B9562A-A04E-41DD-8231-2E4939C18027}">
      <dsp:nvSpPr>
        <dsp:cNvPr id="0" name=""/>
        <dsp:cNvSpPr/>
      </dsp:nvSpPr>
      <dsp:spPr>
        <a:xfrm>
          <a:off x="0" y="1533078"/>
          <a:ext cx="11029950" cy="6120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3E40E-A6A3-4EA0-A026-BEA8191F7F68}">
      <dsp:nvSpPr>
        <dsp:cNvPr id="0" name=""/>
        <dsp:cNvSpPr/>
      </dsp:nvSpPr>
      <dsp:spPr>
        <a:xfrm>
          <a:off x="185154" y="1670796"/>
          <a:ext cx="336644" cy="336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EB480-3396-4DCF-8E97-AECB7BFCFAC0}">
      <dsp:nvSpPr>
        <dsp:cNvPr id="0" name=""/>
        <dsp:cNvSpPr/>
      </dsp:nvSpPr>
      <dsp:spPr>
        <a:xfrm>
          <a:off x="706954" y="1533078"/>
          <a:ext cx="10322995" cy="61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9" tIns="64779" rIns="64779" bIns="647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/>
            <a:t>Review the features: assess missingness, temporal drift and whether the available history contains useful predictive information.</a:t>
          </a:r>
          <a:endParaRPr lang="en-US" sz="1800" kern="1200"/>
        </a:p>
      </dsp:txBody>
      <dsp:txXfrm>
        <a:off x="706954" y="1533078"/>
        <a:ext cx="10322995" cy="612081"/>
      </dsp:txXfrm>
    </dsp:sp>
    <dsp:sp modelId="{BF19981F-241A-43C4-A85D-0B6980491D11}">
      <dsp:nvSpPr>
        <dsp:cNvPr id="0" name=""/>
        <dsp:cNvSpPr/>
      </dsp:nvSpPr>
      <dsp:spPr>
        <a:xfrm>
          <a:off x="0" y="2298180"/>
          <a:ext cx="11029950" cy="6120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2D595-DAC5-4171-813C-9C4A605EFCB2}">
      <dsp:nvSpPr>
        <dsp:cNvPr id="0" name=""/>
        <dsp:cNvSpPr/>
      </dsp:nvSpPr>
      <dsp:spPr>
        <a:xfrm>
          <a:off x="185154" y="2435898"/>
          <a:ext cx="336644" cy="336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7F263-41E2-45C3-8171-128E53D2974B}">
      <dsp:nvSpPr>
        <dsp:cNvPr id="0" name=""/>
        <dsp:cNvSpPr/>
      </dsp:nvSpPr>
      <dsp:spPr>
        <a:xfrm>
          <a:off x="706954" y="2298180"/>
          <a:ext cx="10322995" cy="61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9" tIns="64779" rIns="64779" bIns="647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/>
            <a:t>Confirm business requirements: agree the prediction horizon, intervention capacity and consequences of false positives and false negatives.</a:t>
          </a:r>
          <a:endParaRPr lang="en-US" sz="1800" kern="1200"/>
        </a:p>
      </dsp:txBody>
      <dsp:txXfrm>
        <a:off x="706954" y="2298180"/>
        <a:ext cx="10322995" cy="612081"/>
      </dsp:txXfrm>
    </dsp:sp>
    <dsp:sp modelId="{C25535BB-A266-4951-AF6E-7CCCF949ADF7}">
      <dsp:nvSpPr>
        <dsp:cNvPr id="0" name=""/>
        <dsp:cNvSpPr/>
      </dsp:nvSpPr>
      <dsp:spPr>
        <a:xfrm>
          <a:off x="0" y="3063282"/>
          <a:ext cx="11029950" cy="6120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FA0013-C132-4AEB-A739-EF4979E9555A}">
      <dsp:nvSpPr>
        <dsp:cNvPr id="0" name=""/>
        <dsp:cNvSpPr/>
      </dsp:nvSpPr>
      <dsp:spPr>
        <a:xfrm>
          <a:off x="185154" y="3201000"/>
          <a:ext cx="336644" cy="336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03D78-5BC3-4433-9EC7-04B4C2A397F9}">
      <dsp:nvSpPr>
        <dsp:cNvPr id="0" name=""/>
        <dsp:cNvSpPr/>
      </dsp:nvSpPr>
      <dsp:spPr>
        <a:xfrm>
          <a:off x="706954" y="3063282"/>
          <a:ext cx="10322995" cy="61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9" tIns="64779" rIns="64779" bIns="647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/>
            <a:t>Re-evaluate before deployment: test improvements on later, unseen observations and monitor performance over time.</a:t>
          </a:r>
          <a:endParaRPr lang="en-US" sz="1800" kern="1200"/>
        </a:p>
      </dsp:txBody>
      <dsp:txXfrm>
        <a:off x="706954" y="3063282"/>
        <a:ext cx="10322995" cy="6120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398BB-04F4-4251-AD32-F4C6FB61A46B}">
      <dsp:nvSpPr>
        <dsp:cNvPr id="0" name=""/>
        <dsp:cNvSpPr/>
      </dsp:nvSpPr>
      <dsp:spPr>
        <a:xfrm>
          <a:off x="0" y="805061"/>
          <a:ext cx="3446859" cy="20681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100" b="1" kern="1200" dirty="0"/>
            <a:t>Audit </a:t>
          </a:r>
          <a:br>
            <a:rPr lang="en-ZA" sz="3100" kern="1200" dirty="0"/>
          </a:br>
          <a:r>
            <a:rPr lang="en-ZA" sz="3100" kern="1200" dirty="0"/>
            <a:t>Check the data, labels and experiment.</a:t>
          </a:r>
        </a:p>
      </dsp:txBody>
      <dsp:txXfrm>
        <a:off x="0" y="805061"/>
        <a:ext cx="3446859" cy="2068115"/>
      </dsp:txXfrm>
    </dsp:sp>
    <dsp:sp modelId="{5004097A-DC2D-470F-A2E2-41F29E5CB4CA}">
      <dsp:nvSpPr>
        <dsp:cNvPr id="0" name=""/>
        <dsp:cNvSpPr/>
      </dsp:nvSpPr>
      <dsp:spPr>
        <a:xfrm>
          <a:off x="3791545" y="805061"/>
          <a:ext cx="3446859" cy="20681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100" b="1" kern="1200" dirty="0"/>
            <a:t>Improve</a:t>
          </a:r>
          <a:br>
            <a:rPr lang="en-ZA" sz="3100" kern="1200" dirty="0"/>
          </a:br>
          <a:r>
            <a:rPr lang="en-ZA" sz="3100" b="0" kern="1200" dirty="0"/>
            <a:t>Investigate features and model behaviour.</a:t>
          </a:r>
        </a:p>
      </dsp:txBody>
      <dsp:txXfrm>
        <a:off x="3791545" y="805061"/>
        <a:ext cx="3446859" cy="2068115"/>
      </dsp:txXfrm>
    </dsp:sp>
    <dsp:sp modelId="{6F8A967F-5047-4E37-AC31-9AB8F62DDC1E}">
      <dsp:nvSpPr>
        <dsp:cNvPr id="0" name=""/>
        <dsp:cNvSpPr/>
      </dsp:nvSpPr>
      <dsp:spPr>
        <a:xfrm>
          <a:off x="7583090" y="805061"/>
          <a:ext cx="3446859" cy="20681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100" b="1" kern="1200" dirty="0"/>
            <a:t>Re-test</a:t>
          </a:r>
          <a:br>
            <a:rPr lang="en-ZA" sz="3100" kern="1200" dirty="0"/>
          </a:br>
          <a:r>
            <a:rPr lang="en-ZA" sz="3100" kern="1200" dirty="0"/>
            <a:t>Establish reliable performance before operational use.</a:t>
          </a:r>
        </a:p>
      </dsp:txBody>
      <dsp:txXfrm>
        <a:off x="7583090" y="805061"/>
        <a:ext cx="3446859" cy="206811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AB015-A901-452F-A613-553524BC20D0}">
      <dsp:nvSpPr>
        <dsp:cNvPr id="0" name=""/>
        <dsp:cNvSpPr/>
      </dsp:nvSpPr>
      <dsp:spPr>
        <a:xfrm>
          <a:off x="0" y="3105"/>
          <a:ext cx="8008171" cy="6615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AE184-7EB6-4CC2-8D4F-8F49D53CC10B}">
      <dsp:nvSpPr>
        <dsp:cNvPr id="0" name=""/>
        <dsp:cNvSpPr/>
      </dsp:nvSpPr>
      <dsp:spPr>
        <a:xfrm>
          <a:off x="200110" y="151948"/>
          <a:ext cx="363837" cy="3638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3B165-619C-442D-BC08-14581B102B83}">
      <dsp:nvSpPr>
        <dsp:cNvPr id="0" name=""/>
        <dsp:cNvSpPr/>
      </dsp:nvSpPr>
      <dsp:spPr>
        <a:xfrm>
          <a:off x="764058" y="3105"/>
          <a:ext cx="7244112" cy="661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11" tIns="70011" rIns="70011" bIns="700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/>
            <a:t>Defined a churn-prediction problem and its data requirements.</a:t>
          </a:r>
          <a:endParaRPr lang="en-US" sz="1900" kern="1200"/>
        </a:p>
      </dsp:txBody>
      <dsp:txXfrm>
        <a:off x="764058" y="3105"/>
        <a:ext cx="7244112" cy="661522"/>
      </dsp:txXfrm>
    </dsp:sp>
    <dsp:sp modelId="{BAC41AA7-C83C-41A4-95D7-5EF11FD905F2}">
      <dsp:nvSpPr>
        <dsp:cNvPr id="0" name=""/>
        <dsp:cNvSpPr/>
      </dsp:nvSpPr>
      <dsp:spPr>
        <a:xfrm>
          <a:off x="0" y="830009"/>
          <a:ext cx="8008171" cy="6615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79964D-CEC4-4AE6-AB75-A8D1EB5D7C7C}">
      <dsp:nvSpPr>
        <dsp:cNvPr id="0" name=""/>
        <dsp:cNvSpPr/>
      </dsp:nvSpPr>
      <dsp:spPr>
        <a:xfrm>
          <a:off x="200110" y="978851"/>
          <a:ext cx="363837" cy="3638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B2475-EA8C-4806-9AA2-96E569E38D0B}">
      <dsp:nvSpPr>
        <dsp:cNvPr id="0" name=""/>
        <dsp:cNvSpPr/>
      </dsp:nvSpPr>
      <dsp:spPr>
        <a:xfrm>
          <a:off x="764058" y="830009"/>
          <a:ext cx="7244112" cy="661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11" tIns="70011" rIns="70011" bIns="700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/>
            <a:t>Developed a reproducible data preparation and modelling workflow.</a:t>
          </a:r>
          <a:endParaRPr lang="en-US" sz="1900" kern="1200"/>
        </a:p>
      </dsp:txBody>
      <dsp:txXfrm>
        <a:off x="764058" y="830009"/>
        <a:ext cx="7244112" cy="661522"/>
      </dsp:txXfrm>
    </dsp:sp>
    <dsp:sp modelId="{A6623477-E2B3-4BE2-BB92-0D3F5C93B926}">
      <dsp:nvSpPr>
        <dsp:cNvPr id="0" name=""/>
        <dsp:cNvSpPr/>
      </dsp:nvSpPr>
      <dsp:spPr>
        <a:xfrm>
          <a:off x="0" y="1656912"/>
          <a:ext cx="8008171" cy="6615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F0336A-BEAD-45A7-AD64-C1CC962BD20D}">
      <dsp:nvSpPr>
        <dsp:cNvPr id="0" name=""/>
        <dsp:cNvSpPr/>
      </dsp:nvSpPr>
      <dsp:spPr>
        <a:xfrm>
          <a:off x="200110" y="1805755"/>
          <a:ext cx="363837" cy="3638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4BD35-7EC3-4E13-A994-6FB2E3E61A8F}">
      <dsp:nvSpPr>
        <dsp:cNvPr id="0" name=""/>
        <dsp:cNvSpPr/>
      </dsp:nvSpPr>
      <dsp:spPr>
        <a:xfrm>
          <a:off x="764058" y="1656912"/>
          <a:ext cx="7244112" cy="661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11" tIns="70011" rIns="70011" bIns="700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/>
            <a:t>Evaluated performance using chronological validation and test periods.</a:t>
          </a:r>
          <a:endParaRPr lang="en-US" sz="1900" kern="1200"/>
        </a:p>
      </dsp:txBody>
      <dsp:txXfrm>
        <a:off x="764058" y="1656912"/>
        <a:ext cx="7244112" cy="661522"/>
      </dsp:txXfrm>
    </dsp:sp>
    <dsp:sp modelId="{ABC401F5-127D-44E2-9706-3E3209FD7FFF}">
      <dsp:nvSpPr>
        <dsp:cNvPr id="0" name=""/>
        <dsp:cNvSpPr/>
      </dsp:nvSpPr>
      <dsp:spPr>
        <a:xfrm>
          <a:off x="0" y="2483816"/>
          <a:ext cx="8008171" cy="6615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606DB-076B-4832-BF39-469FC40D9330}">
      <dsp:nvSpPr>
        <dsp:cNvPr id="0" name=""/>
        <dsp:cNvSpPr/>
      </dsp:nvSpPr>
      <dsp:spPr>
        <a:xfrm>
          <a:off x="200110" y="2632658"/>
          <a:ext cx="363837" cy="3638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A17A0-652D-417E-A9C1-43071915071B}">
      <dsp:nvSpPr>
        <dsp:cNvPr id="0" name=""/>
        <dsp:cNvSpPr/>
      </dsp:nvSpPr>
      <dsp:spPr>
        <a:xfrm>
          <a:off x="764058" y="2483816"/>
          <a:ext cx="7244112" cy="661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11" tIns="70011" rIns="70011" bIns="700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/>
            <a:t>Identified limitations that prevent operational use.</a:t>
          </a:r>
          <a:endParaRPr lang="en-US" sz="1900" kern="1200"/>
        </a:p>
      </dsp:txBody>
      <dsp:txXfrm>
        <a:off x="764058" y="2483816"/>
        <a:ext cx="7244112" cy="661522"/>
      </dsp:txXfrm>
    </dsp:sp>
    <dsp:sp modelId="{0A13787B-53D7-4D4C-8351-6B45A1E3ABF7}">
      <dsp:nvSpPr>
        <dsp:cNvPr id="0" name=""/>
        <dsp:cNvSpPr/>
      </dsp:nvSpPr>
      <dsp:spPr>
        <a:xfrm>
          <a:off x="0" y="3310719"/>
          <a:ext cx="8008171" cy="6615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D5660-9573-4DEF-9EA3-FDE778AFE333}">
      <dsp:nvSpPr>
        <dsp:cNvPr id="0" name=""/>
        <dsp:cNvSpPr/>
      </dsp:nvSpPr>
      <dsp:spPr>
        <a:xfrm>
          <a:off x="200110" y="3459562"/>
          <a:ext cx="363837" cy="3638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04315-2741-4283-99A9-0AF8B86798A6}">
      <dsp:nvSpPr>
        <dsp:cNvPr id="0" name=""/>
        <dsp:cNvSpPr/>
      </dsp:nvSpPr>
      <dsp:spPr>
        <a:xfrm>
          <a:off x="764058" y="3310719"/>
          <a:ext cx="7244112" cy="661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11" tIns="70011" rIns="70011" bIns="700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/>
            <a:t>Established clear priorities for further investigation.</a:t>
          </a:r>
          <a:endParaRPr lang="en-US" sz="1900" kern="1200"/>
        </a:p>
      </dsp:txBody>
      <dsp:txXfrm>
        <a:off x="764058" y="3310719"/>
        <a:ext cx="7244112" cy="6615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844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90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7670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108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407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6178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874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826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571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499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2678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F5C4270-1157-46B7-9DE2-07BC77B42224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7A65280-E0D0-48C8-B877-3B1480CF0F58}" type="slidenum">
              <a:rPr lang="en-ZA" smtClean="0"/>
              <a:t>‹#›</a:t>
            </a:fld>
            <a:endParaRPr lang="en-ZA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362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28DF-B3A5-1056-452C-F7FAFD2D63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Can Subscriber Churn Be Predicted Early?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E615B-0B5C-7E5C-C55F-55DC780F4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From data requirements to model evaluation and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0C8A7-F461-3858-635E-CD0BF3D09FA6}"/>
              </a:ext>
            </a:extLst>
          </p:cNvPr>
          <p:cNvSpPr txBox="1"/>
          <p:nvPr/>
        </p:nvSpPr>
        <p:spPr>
          <a:xfrm>
            <a:off x="874058" y="3428999"/>
            <a:ext cx="46123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ZA" dirty="0">
                <a:solidFill>
                  <a:schemeClr val="bg1"/>
                </a:solidFill>
              </a:rPr>
              <a:t>Thakgalo Sehlola</a:t>
            </a:r>
          </a:p>
          <a:p>
            <a:pPr lvl="0"/>
            <a:r>
              <a:rPr lang="en-ZA" dirty="0">
                <a:solidFill>
                  <a:schemeClr val="bg1"/>
                </a:solidFill>
              </a:rPr>
              <a:t>26304731</a:t>
            </a:r>
            <a:br>
              <a:rPr lang="en-ZA" dirty="0">
                <a:solidFill>
                  <a:schemeClr val="bg1"/>
                </a:solidFill>
              </a:rPr>
            </a:br>
            <a:br>
              <a:rPr lang="en-ZA" dirty="0">
                <a:solidFill>
                  <a:schemeClr val="bg1"/>
                </a:solidFill>
              </a:rPr>
            </a:br>
            <a:br>
              <a:rPr lang="en-ZA" dirty="0">
                <a:solidFill>
                  <a:schemeClr val="bg1"/>
                </a:solidFill>
              </a:rPr>
            </a:br>
            <a:r>
              <a:rPr lang="en-ZA" dirty="0">
                <a:solidFill>
                  <a:schemeClr val="bg1"/>
                </a:solidFill>
              </a:rPr>
              <a:t>CAP182 Data Science Capstone.</a:t>
            </a:r>
          </a:p>
          <a:p>
            <a:pPr lvl="0"/>
            <a:r>
              <a:rPr lang="en-ZA" dirty="0" err="1">
                <a:solidFill>
                  <a:schemeClr val="bg1"/>
                </a:solidFill>
              </a:rPr>
              <a:t>STADIOchoice</a:t>
            </a:r>
            <a:r>
              <a:rPr lang="en-ZA" dirty="0">
                <a:solidFill>
                  <a:schemeClr val="bg1"/>
                </a:solidFill>
              </a:rPr>
              <a:t> churn prediction.</a:t>
            </a:r>
          </a:p>
          <a:p>
            <a:pPr lvl="0"/>
            <a:r>
              <a:rPr lang="en-ZA" dirty="0">
                <a:solidFill>
                  <a:schemeClr val="bg1"/>
                </a:solidFill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241395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834F8-018E-9C46-5608-D1574509E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8"/>
            <a:ext cx="3054091" cy="1796762"/>
          </a:xfrm>
        </p:spPr>
        <p:txBody>
          <a:bodyPr anchor="ctr">
            <a:normAutofit/>
          </a:bodyPr>
          <a:lstStyle/>
          <a:p>
            <a:r>
              <a:rPr lang="en-ZA" dirty="0">
                <a:solidFill>
                  <a:schemeClr val="accent1"/>
                </a:solidFill>
              </a:rPr>
              <a:t>The business problem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AA7D05-D5EA-05F0-534B-E5CA73B06E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100297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A796EE-9761-7995-7849-EF72B3780177}"/>
              </a:ext>
            </a:extLst>
          </p:cNvPr>
          <p:cNvSpPr txBox="1"/>
          <p:nvPr/>
        </p:nvSpPr>
        <p:spPr>
          <a:xfrm>
            <a:off x="581192" y="3562348"/>
            <a:ext cx="3154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WHY DOES SUBSCRIBER CHURN MATTER?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352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FBB88-0F9A-0238-F25F-893465AE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FFFFFF"/>
                </a:solidFill>
              </a:rPr>
              <a:t>From Problem Definition to Model Evaluation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58C6BA-DA63-658C-5250-02FC4977CA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916749"/>
              </p:ext>
            </p:extLst>
          </p:nvPr>
        </p:nvGraphicFramePr>
        <p:xfrm>
          <a:off x="771440" y="1826236"/>
          <a:ext cx="6834512" cy="3473246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1838466">
                  <a:extLst>
                    <a:ext uri="{9D8B030D-6E8A-4147-A177-3AD203B41FA5}">
                      <a16:colId xmlns:a16="http://schemas.microsoft.com/office/drawing/2014/main" val="2629886727"/>
                    </a:ext>
                  </a:extLst>
                </a:gridCol>
                <a:gridCol w="4996046">
                  <a:extLst>
                    <a:ext uri="{9D8B030D-6E8A-4147-A177-3AD203B41FA5}">
                      <a16:colId xmlns:a16="http://schemas.microsoft.com/office/drawing/2014/main" val="3005013931"/>
                    </a:ext>
                  </a:extLst>
                </a:gridCol>
              </a:tblGrid>
              <a:tr h="633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100" cap="none" spc="0">
                          <a:solidFill>
                            <a:schemeClr val="bg1"/>
                          </a:solidFill>
                        </a:rPr>
                        <a:t>Assignment</a:t>
                      </a:r>
                    </a:p>
                  </a:txBody>
                  <a:tcPr marL="174109" marR="133930" marT="133930" marB="13393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100" cap="none" spc="0">
                          <a:solidFill>
                            <a:schemeClr val="bg1"/>
                          </a:solidFill>
                        </a:rPr>
                        <a:t>Main contribution</a:t>
                      </a:r>
                    </a:p>
                  </a:txBody>
                  <a:tcPr marL="174109" marR="133930" marT="133930" marB="1339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760043"/>
                  </a:ext>
                </a:extLst>
              </a:tr>
              <a:tr h="946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100" cap="none" spc="0">
                          <a:solidFill>
                            <a:schemeClr val="bg1"/>
                          </a:solidFill>
                        </a:rPr>
                        <a:t>SS1</a:t>
                      </a:r>
                    </a:p>
                  </a:txBody>
                  <a:tcPr marL="174109" marR="133930" marT="133930" marB="13393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100" cap="none" spc="0">
                          <a:solidFill>
                            <a:schemeClr val="bg1"/>
                          </a:solidFill>
                        </a:rPr>
                        <a:t>Defined the business problem and data requirements.</a:t>
                      </a:r>
                    </a:p>
                  </a:txBody>
                  <a:tcPr marL="174109" marR="133930" marT="133930" marB="1339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042107"/>
                  </a:ext>
                </a:extLst>
              </a:tr>
              <a:tr h="946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100" cap="none" spc="0">
                          <a:solidFill>
                            <a:schemeClr val="bg1"/>
                          </a:solidFill>
                        </a:rPr>
                        <a:t>SS2</a:t>
                      </a:r>
                    </a:p>
                  </a:txBody>
                  <a:tcPr marL="174109" marR="133930" marT="133930" marB="13393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100" cap="none" spc="0">
                          <a:solidFill>
                            <a:schemeClr val="bg1"/>
                          </a:solidFill>
                        </a:rPr>
                        <a:t>Investigated churn prediction using the KKBox public dataset.</a:t>
                      </a:r>
                    </a:p>
                  </a:txBody>
                  <a:tcPr marL="174109" marR="133930" marT="133930" marB="1339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93962"/>
                  </a:ext>
                </a:extLst>
              </a:tr>
              <a:tr h="946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100" cap="none" spc="0">
                          <a:solidFill>
                            <a:schemeClr val="bg1"/>
                          </a:solidFill>
                        </a:rPr>
                        <a:t>SS3</a:t>
                      </a:r>
                    </a:p>
                  </a:txBody>
                  <a:tcPr marL="174109" marR="133930" marT="133930" marB="13393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100" cap="none" spc="0">
                          <a:solidFill>
                            <a:schemeClr val="bg1"/>
                          </a:solidFill>
                        </a:rPr>
                        <a:t>Applied and evaluated a modelling workflow using STADIOchoice data.</a:t>
                      </a:r>
                    </a:p>
                  </a:txBody>
                  <a:tcPr marL="174109" marR="133930" marT="133930" marB="1339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520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17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793A8-1418-661D-254B-B9E2F63A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Understanding the STADIOchoice Dataset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48CA5D3-F01D-98CC-9234-FD99F187E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5600756"/>
              </p:ext>
            </p:extLst>
          </p:nvPr>
        </p:nvGraphicFramePr>
        <p:xfrm>
          <a:off x="581025" y="2181225"/>
          <a:ext cx="8827409" cy="2068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66D533D0-B3B9-81AB-1AE7-19587BE7AFDA}"/>
              </a:ext>
            </a:extLst>
          </p:cNvPr>
          <p:cNvGrpSpPr/>
          <p:nvPr/>
        </p:nvGrpSpPr>
        <p:grpSpPr>
          <a:xfrm>
            <a:off x="9708776" y="1882588"/>
            <a:ext cx="2218765" cy="4273256"/>
            <a:chOff x="259591" y="423244"/>
            <a:chExt cx="2307241" cy="146509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9C5910A-328F-8FB3-5DBE-39D0AA75F0F7}"/>
                </a:ext>
              </a:extLst>
            </p:cNvPr>
            <p:cNvSpPr/>
            <p:nvPr/>
          </p:nvSpPr>
          <p:spPr>
            <a:xfrm>
              <a:off x="259591" y="423244"/>
              <a:ext cx="2307241" cy="146509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ECE65FB3-D6D8-04C4-B96D-DB691877D1AA}"/>
                </a:ext>
              </a:extLst>
            </p:cNvPr>
            <p:cNvSpPr txBox="1"/>
            <p:nvPr/>
          </p:nvSpPr>
          <p:spPr>
            <a:xfrm>
              <a:off x="302502" y="466155"/>
              <a:ext cx="2221419" cy="13792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lvl="0" algn="ctr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ZA" sz="2400" dirty="0"/>
                <a:t>Accounts</a:t>
              </a:r>
            </a:p>
            <a:p>
              <a:pPr lvl="0" algn="ctr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ZA" sz="2400" dirty="0"/>
                <a:t>Subscriptions</a:t>
              </a:r>
            </a:p>
            <a:p>
              <a:pPr lvl="0" algn="ctr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ZA" sz="2400" dirty="0"/>
                <a:t>Viewing</a:t>
              </a:r>
            </a:p>
            <a:p>
              <a:pPr lvl="0" algn="ctr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ZA" sz="2400" dirty="0"/>
                <a:t>Engagement</a:t>
              </a:r>
            </a:p>
            <a:p>
              <a:pPr lvl="0" algn="ctr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ZA" sz="2400" dirty="0"/>
                <a:t>Content</a:t>
              </a:r>
            </a:p>
            <a:p>
              <a:pPr lvl="0" algn="ctr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ZA" sz="2400" dirty="0"/>
                <a:t>Billing</a:t>
              </a:r>
            </a:p>
            <a:p>
              <a:pPr lvl="0" algn="ctr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ZA" sz="2400" dirty="0"/>
                <a:t>Outcomes</a:t>
              </a:r>
            </a:p>
          </p:txBody>
        </p:sp>
      </p:grpSp>
      <p:sp>
        <p:nvSpPr>
          <p:cNvPr id="13" name="Rectangle: Rounded Corners 4">
            <a:extLst>
              <a:ext uri="{FF2B5EF4-FFF2-40B4-BE49-F238E27FC236}">
                <a16:creationId xmlns:a16="http://schemas.microsoft.com/office/drawing/2014/main" id="{5C31EEF6-0157-27B8-FA07-DCF6CFD1A660}"/>
              </a:ext>
            </a:extLst>
          </p:cNvPr>
          <p:cNvSpPr txBox="1"/>
          <p:nvPr/>
        </p:nvSpPr>
        <p:spPr>
          <a:xfrm>
            <a:off x="2221992" y="4840940"/>
            <a:ext cx="5545474" cy="61916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68580" rIns="68580" bIns="68580" numCol="1" spcCol="1270" anchor="ctr" anchorCtr="0">
            <a:noAutofit/>
          </a:bodyPr>
          <a:lstStyle/>
          <a:p>
            <a:pPr lvl="0" algn="ctr" defTabSz="800100">
              <a:spcBef>
                <a:spcPct val="0"/>
              </a:spcBef>
              <a:spcAft>
                <a:spcPct val="35000"/>
              </a:spcAft>
            </a:pPr>
            <a:r>
              <a:rPr lang="en-ZA" sz="2400" dirty="0"/>
              <a:t>THE MODELLING TABLE CONTAINS REPEATED SUBSCRIBER OBSERVATIONS ACROSS 26 MONTHLY SNAPSHOTS.</a:t>
            </a:r>
            <a:endParaRPr lang="en-US" sz="2400" kern="1200" dirty="0"/>
          </a:p>
        </p:txBody>
      </p:sp>
    </p:spTree>
    <p:extLst>
      <p:ext uri="{BB962C8B-B14F-4D97-AF65-F5344CB8AC3E}">
        <p14:creationId xmlns:p14="http://schemas.microsoft.com/office/powerpoint/2010/main" val="1345202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DB6F-57C1-8784-ED5F-2539BD8C3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Preparing the Data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C7D4B481-3DC9-EF96-858B-3EB481A854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847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81EE4-1244-47BD-0A67-CBEF464F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SPLIT DATES AND SIZES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91A990-CD4B-2169-C732-77E722C6A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495282"/>
              </p:ext>
            </p:extLst>
          </p:nvPr>
        </p:nvGraphicFramePr>
        <p:xfrm>
          <a:off x="580860" y="2194542"/>
          <a:ext cx="11029948" cy="2377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2414736969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596548395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021676871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621190576"/>
                    </a:ext>
                  </a:extLst>
                </a:gridCol>
              </a:tblGrid>
              <a:tr h="594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Partition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Positive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Churn prevalence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463973"/>
                  </a:ext>
                </a:extLst>
              </a:tr>
              <a:tr h="594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15,834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0.59%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57898"/>
                  </a:ext>
                </a:extLst>
              </a:tr>
              <a:tr h="594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6,279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1.74%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840702"/>
                  </a:ext>
                </a:extLst>
              </a:tr>
              <a:tr h="594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6,886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/>
                        <a:t>163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800" dirty="0"/>
                        <a:t>2.37%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70095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D0E69D-494F-D23A-BC8A-B045E79A791A}"/>
              </a:ext>
            </a:extLst>
          </p:cNvPr>
          <p:cNvSpPr txBox="1"/>
          <p:nvPr/>
        </p:nvSpPr>
        <p:spPr>
          <a:xfrm>
            <a:off x="2266822" y="5050588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Train: 30 April 2024 to 22 September 2025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Validation: 22 October 2025 to 20 January 2026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dirty="0"/>
              <a:t>Test: 19 February 2026 to 20 May 2026</a:t>
            </a:r>
          </a:p>
        </p:txBody>
      </p:sp>
    </p:spTree>
    <p:extLst>
      <p:ext uri="{BB962C8B-B14F-4D97-AF65-F5344CB8AC3E}">
        <p14:creationId xmlns:p14="http://schemas.microsoft.com/office/powerpoint/2010/main" val="357037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9CD4BEB-C391-4F7E-9838-95411A832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BC8C7-EBD2-61F6-AF49-6CD614EEB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62521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What Did the Data Reveal?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9CAF35-7B0D-A153-0610-52DB7996C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49" y="1520818"/>
            <a:ext cx="10301881" cy="509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091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C06AD-B087-E80D-B796-7BBA70EC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Target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A00D37-8392-7274-B193-F354355DC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82" y="1941381"/>
            <a:ext cx="6432995" cy="4564349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3DBA28-5EAD-8A6F-0C19-199E5BBC7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837325"/>
              </p:ext>
            </p:extLst>
          </p:nvPr>
        </p:nvGraphicFramePr>
        <p:xfrm>
          <a:off x="6971693" y="2953064"/>
          <a:ext cx="4916774" cy="16938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8387">
                  <a:extLst>
                    <a:ext uri="{9D8B030D-6E8A-4147-A177-3AD203B41FA5}">
                      <a16:colId xmlns:a16="http://schemas.microsoft.com/office/drawing/2014/main" val="3073013927"/>
                    </a:ext>
                  </a:extLst>
                </a:gridCol>
                <a:gridCol w="2458387">
                  <a:extLst>
                    <a:ext uri="{9D8B030D-6E8A-4147-A177-3AD203B41FA5}">
                      <a16:colId xmlns:a16="http://schemas.microsoft.com/office/drawing/2014/main" val="3556408313"/>
                    </a:ext>
                  </a:extLst>
                </a:gridCol>
              </a:tblGrid>
              <a:tr h="37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Target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Snapshot rows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899168"/>
                  </a:ext>
                </a:extLst>
              </a:tr>
              <a:tr h="658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No qualifying churn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28,633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582338"/>
                  </a:ext>
                </a:extLst>
              </a:tr>
              <a:tr h="658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Qualifying churn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366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3211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00E127F-821C-CC9A-DBA8-4F2EF8B27CB7}"/>
              </a:ext>
            </a:extLst>
          </p:cNvPr>
          <p:cNvSpPr txBox="1"/>
          <p:nvPr/>
        </p:nvSpPr>
        <p:spPr>
          <a:xfrm>
            <a:off x="7395882" y="5244353"/>
            <a:ext cx="3348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The positive class represents approximately 1.26% of all modelling rows.</a:t>
            </a:r>
          </a:p>
        </p:txBody>
      </p:sp>
    </p:spTree>
    <p:extLst>
      <p:ext uri="{BB962C8B-B14F-4D97-AF65-F5344CB8AC3E}">
        <p14:creationId xmlns:p14="http://schemas.microsoft.com/office/powerpoint/2010/main" val="300146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65C9D-3A98-87FF-86F4-37AAC1DF2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chemeClr val="accent1"/>
                </a:solidFill>
              </a:rPr>
              <a:t>Building and Evaluating the Churn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6F3827-11DC-90C1-332B-9EF28E1638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459788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7810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C19A5-0A6D-C5B3-9982-BB1C226A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CHOSEN MODEL APPROACH</a:t>
            </a:r>
            <a:endParaRPr lang="en-ZA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96B7F4E-F01A-4B3B-8FE0-0179FFC6F4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1681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DF02-F8D4-CBA1-CEB2-DBEA30D5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FFFEFF"/>
                </a:solidFill>
              </a:rPr>
              <a:t>How Well Did the Model Generalise?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E34923-D444-2CAA-F49C-A0ABCDE1DE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218636"/>
              </p:ext>
            </p:extLst>
          </p:nvPr>
        </p:nvGraphicFramePr>
        <p:xfrm>
          <a:off x="581025" y="2181225"/>
          <a:ext cx="629946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AEDDB4B-4FB3-F99D-80A7-CDB4219FBB0B}"/>
              </a:ext>
            </a:extLst>
          </p:cNvPr>
          <p:cNvSpPr txBox="1"/>
          <p:nvPr/>
        </p:nvSpPr>
        <p:spPr>
          <a:xfrm>
            <a:off x="7664825" y="3281680"/>
            <a:ext cx="3482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THRESHOLD SELECTED ON VALIDATION DATA = 0.6568.</a:t>
            </a:r>
          </a:p>
          <a:p>
            <a:endParaRPr lang="en-ZA" dirty="0"/>
          </a:p>
          <a:p>
            <a:r>
              <a:rPr lang="en-ZA" dirty="0"/>
              <a:t>TEST POSITIVE-CLASS PREVALENCE = 2.17%</a:t>
            </a:r>
          </a:p>
        </p:txBody>
      </p:sp>
    </p:spTree>
    <p:extLst>
      <p:ext uri="{BB962C8B-B14F-4D97-AF65-F5344CB8AC3E}">
        <p14:creationId xmlns:p14="http://schemas.microsoft.com/office/powerpoint/2010/main" val="409269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C936C0-4624-438D-BDD0-6B296BD6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14BD3-ED58-9F43-CE36-B6AA3D54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0" y="863695"/>
            <a:ext cx="3511233" cy="377999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TEST CONFUSION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B848C2-46F2-0EB6-7F4E-F0F2F6369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4388"/>
          <a:stretch>
            <a:fillRect/>
          </a:stretch>
        </p:blipFill>
        <p:spPr>
          <a:xfrm>
            <a:off x="4654295" y="457200"/>
            <a:ext cx="7086151" cy="589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19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54F7CF-56EF-F280-D35C-801F8DC47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16" y="1047665"/>
            <a:ext cx="6662759" cy="503038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76306-3E0C-4B6B-C0E0-91074E7E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391" y="3962914"/>
            <a:ext cx="3081576" cy="2085869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50000"/>
              </a:lnSpc>
            </a:pPr>
            <a:r>
              <a:rPr lang="en-ZA" sz="1800" cap="none" dirty="0"/>
              <a:t>The model achieved an average precision of approximately 0.0244, compared with a test prevalence of approximately 0.0217. This is only a small improvement over the prevalence benchmark.</a:t>
            </a:r>
            <a:br>
              <a:rPr lang="en-ZA" sz="1800" cap="none" dirty="0"/>
            </a:br>
            <a:r>
              <a:rPr lang="en-ZA" sz="1800" cap="none" dirty="0"/>
              <a:t>The ROC-AUC of 0.3925 is below 0.5, indicating poor ranking performance on this test period. Precision is also low at the selected threshold, while recall is 12%.</a:t>
            </a:r>
            <a:endParaRPr lang="en-US" sz="1800" cap="non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940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C936C0-4624-438D-BDD0-6B296BD6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83F1FFD-1AA8-4EC2-97B9-FEC7564F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DA653D-10F9-764F-6C62-AB229A041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562"/>
          <a:stretch>
            <a:fillRect/>
          </a:stretch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FF0F8A7-C9E3-49D9-A67E-09FF582C7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35F92A-ABFA-F2BA-F6BD-DED78C6B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>
                <a:solidFill>
                  <a:srgbClr val="FFFFFF"/>
                </a:solidFill>
              </a:rPr>
              <a:t>Understanding the Model's Predictions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274C20-A98B-4AC3-B16A-B7F41CB58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3ECC69B-2243-424A-8237-CF490F8B0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D2EA3B9-3D17-4510-8464-E74F67267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A5DFA43-F31D-4C31-8826-6B40A21C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</p:spTree>
    <p:extLst>
      <p:ext uri="{BB962C8B-B14F-4D97-AF65-F5344CB8AC3E}">
        <p14:creationId xmlns:p14="http://schemas.microsoft.com/office/powerpoint/2010/main" val="4166964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258FE-15CF-2817-3A03-6F8198AC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FFFEFF"/>
                </a:solidFill>
              </a:rPr>
              <a:t>SHAP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BDB6F2B-AFF1-DF24-D005-1954F041D3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8168614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300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EAA04-6DAE-DF4A-3B08-137BB23EC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FFFEFF"/>
                </a:solidFill>
              </a:rPr>
              <a:t>What Should Happen Next?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E93E3DA-3448-77DA-DC52-1B8E3F1A8A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079276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62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4A55-3C62-2E25-4593-1AE75572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SHORT ACTION ROADMAP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9E7061-5A0B-4C29-85DA-D67172599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501115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9509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B2C4-48B7-0007-8D5A-24EC8FE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The Value of the Project Is in the Evidence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3D1B9A4-4AF4-5923-DC84-5E94FE572B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974523"/>
              </p:ext>
            </p:extLst>
          </p:nvPr>
        </p:nvGraphicFramePr>
        <p:xfrm>
          <a:off x="581192" y="2180496"/>
          <a:ext cx="8008171" cy="3975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DFE6A3-CDDC-A401-ED27-D25FDCE33080}"/>
              </a:ext>
            </a:extLst>
          </p:cNvPr>
          <p:cNvSpPr txBox="1">
            <a:spLocks/>
          </p:cNvSpPr>
          <p:nvPr/>
        </p:nvSpPr>
        <p:spPr>
          <a:xfrm>
            <a:off x="8589364" y="2983043"/>
            <a:ext cx="3602636" cy="2159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dirty="0"/>
              <a:t>The project demonstrates a modelling workflow, but the current results do not establish that churn can be predicted reliably enough for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16566744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654</TotalTime>
  <Words>711</Words>
  <Application>Microsoft Office PowerPoint</Application>
  <PresentationFormat>Widescreen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Gill Sans MT</vt:lpstr>
      <vt:lpstr>Wingdings 2</vt:lpstr>
      <vt:lpstr>Dividend</vt:lpstr>
      <vt:lpstr>Can Subscriber Churn Be Predicted Early?</vt:lpstr>
      <vt:lpstr>The business problem</vt:lpstr>
      <vt:lpstr>From Problem Definition to Model Evaluation</vt:lpstr>
      <vt:lpstr>Understanding the STADIOchoice Dataset</vt:lpstr>
      <vt:lpstr>Preparing the Data</vt:lpstr>
      <vt:lpstr>SPLIT DATES AND SIZES</vt:lpstr>
      <vt:lpstr>What Did the Data Reveal?</vt:lpstr>
      <vt:lpstr>Target DISTRIBUTION</vt:lpstr>
      <vt:lpstr>Building and Evaluating the Churn Model</vt:lpstr>
      <vt:lpstr>CHOSEN MODEL APPROACH</vt:lpstr>
      <vt:lpstr>How Well Did the Model Generalise?</vt:lpstr>
      <vt:lpstr>TEST CONFUSION MATRIX</vt:lpstr>
      <vt:lpstr>The model achieved an average precision of approximately 0.0244, compared with a test prevalence of approximately 0.0217. This is only a small improvement over the prevalence benchmark. The ROC-AUC of 0.3925 is below 0.5, indicating poor ranking performance on this test period. Precision is also low at the selected threshold, while recall is 12%.</vt:lpstr>
      <vt:lpstr>Understanding the Model's Predictions</vt:lpstr>
      <vt:lpstr>SHAP</vt:lpstr>
      <vt:lpstr>What Should Happen Next?</vt:lpstr>
      <vt:lpstr>SHORT ACTION ROADMAP</vt:lpstr>
      <vt:lpstr>The Value of the Project Is in the Evidence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Thakgalo Sehlola</dc:creator>
  <cp:lastModifiedBy>Thakgalo Sehlola</cp:lastModifiedBy>
  <cp:revision>2</cp:revision>
  <dcterms:created xsi:type="dcterms:W3CDTF">2026-10-26T19:52:39Z</dcterms:created>
  <dcterms:modified xsi:type="dcterms:W3CDTF">2026-10-27T06:46:57Z</dcterms:modified>
</cp:coreProperties>
</file>